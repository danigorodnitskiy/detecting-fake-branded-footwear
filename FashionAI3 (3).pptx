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5" r:id="rId10"/>
    <p:sldId id="263" r:id="rId11"/>
  </p:sldIdLst>
  <p:sldSz cx="9144000" cy="5143500" type="screen16x9"/>
  <p:notesSz cx="6858000" cy="9144000"/>
  <p:embeddedFontLst>
    <p:embeddedFont>
      <p:font typeface="IBM Plex Mono Light" panose="020B0409050203000203" pitchFamily="49" charset="0"/>
      <p:regular r:id="rId13"/>
      <p:bold r:id="rId14"/>
      <p:italic r:id="rId15"/>
      <p:boldItalic r:id="rId16"/>
    </p:embeddedFont>
    <p:embeddedFont>
      <p:font typeface="IBM Plex Mono Medium" panose="020B0609050203000203" pitchFamily="49" charset="0"/>
      <p:regular r:id="rId17"/>
      <p:bold r:id="rId18"/>
      <p:italic r:id="rId19"/>
      <p:boldItalic r:id="rId20"/>
    </p:embeddedFont>
    <p:embeddedFont>
      <p:font typeface="IBM Plex Sans" panose="020B0503050203000203" pitchFamily="34" charset="0"/>
      <p:regular r:id="rId21"/>
      <p:bold r:id="rId22"/>
      <p:italic r:id="rId23"/>
      <p:boldItalic r:id="rId24"/>
    </p:embeddedFont>
    <p:embeddedFont>
      <p:font typeface="IBM Plex Sans Light" panose="020B0403050203000203" pitchFamily="34" charset="0"/>
      <p:regular r:id="rId25"/>
      <p:bold r:id="rId26"/>
      <p:italic r:id="rId27"/>
      <p:boldItalic r:id="rId28"/>
    </p:embeddedFont>
    <p:embeddedFont>
      <p:font typeface="IBM Plex Sans Medium" panose="020B0603050203000203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747775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020" y="96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9032bde11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341" name="Google Shape;341;g3b9032bde11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b9032bde11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383" name="Google Shape;383;g3b9032bde11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b9032bde11_0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430" name="Google Shape;430;g3b9032bde11_0_4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b9032bde11_0_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449" name="Google Shape;449;g3b9032bde11_0_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b9032bde11_0_6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502" name="Google Shape;502;g3b9032bde11_0_6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b9032bde11_0_9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518" name="Google Shape;518;g3b9032bde11_0_9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>
          <a:extLst>
            <a:ext uri="{FF2B5EF4-FFF2-40B4-BE49-F238E27FC236}">
              <a16:creationId xmlns:a16="http://schemas.microsoft.com/office/drawing/2014/main" id="{A36C1056-EE97-74BC-E18E-18799815A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b9032bde11_0_468:notes">
            <a:extLst>
              <a:ext uri="{FF2B5EF4-FFF2-40B4-BE49-F238E27FC236}">
                <a16:creationId xmlns:a16="http://schemas.microsoft.com/office/drawing/2014/main" id="{F75DDE4C-ABA9-F024-FC34-5388D2BB8B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430" name="Google Shape;430;g3b9032bde11_0_468:notes">
            <a:extLst>
              <a:ext uri="{FF2B5EF4-FFF2-40B4-BE49-F238E27FC236}">
                <a16:creationId xmlns:a16="http://schemas.microsoft.com/office/drawing/2014/main" id="{93448BC7-4F47-54A2-201E-5AA9536F5A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01997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b9032bde11_0_8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534" name="Google Shape;534;g3b9032bde11_0_8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>
          <a:extLst>
            <a:ext uri="{FF2B5EF4-FFF2-40B4-BE49-F238E27FC236}">
              <a16:creationId xmlns:a16="http://schemas.microsoft.com/office/drawing/2014/main" id="{76BD8DEC-1CAD-3902-C453-8F5ECC09E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b9032bde11_0_841:notes">
            <a:extLst>
              <a:ext uri="{FF2B5EF4-FFF2-40B4-BE49-F238E27FC236}">
                <a16:creationId xmlns:a16="http://schemas.microsoft.com/office/drawing/2014/main" id="{73CC58DD-D19E-D42D-CAFA-6D47AEFA49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534" name="Google Shape;534;g3b9032bde11_0_841:notes">
            <a:extLst>
              <a:ext uri="{FF2B5EF4-FFF2-40B4-BE49-F238E27FC236}">
                <a16:creationId xmlns:a16="http://schemas.microsoft.com/office/drawing/2014/main" id="{6A31ECF8-44DF-62D5-E600-E35DBB9805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22204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b9032bde11_0_9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616" name="Google Shape;616;g3b9032bde11_0_9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 with footer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342900" y="452925"/>
            <a:ext cx="3544800" cy="41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E46962"/>
          </p15:clr>
        </p15:guide>
        <p15:guide id="2" orient="horz" pos="432">
          <p15:clr>
            <a:srgbClr val="E46962"/>
          </p15:clr>
        </p15:guide>
        <p15:guide id="3" orient="horz" pos="2736">
          <p15:clr>
            <a:srgbClr val="E46962"/>
          </p15:clr>
        </p15:guide>
        <p15:guide id="4" pos="5184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42900" y="452925"/>
            <a:ext cx="3544800" cy="41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4797600" y="685800"/>
            <a:ext cx="3432000" cy="343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7" name="Google Shape;27;p5"/>
          <p:cNvSpPr>
            <a:spLocks noGrp="1"/>
          </p:cNvSpPr>
          <p:nvPr>
            <p:ph type="pic" idx="2"/>
          </p:nvPr>
        </p:nvSpPr>
        <p:spPr>
          <a:xfrm>
            <a:off x="4582800" y="1099500"/>
            <a:ext cx="3233100" cy="3233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5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E46962"/>
          </p15:clr>
        </p15:guide>
        <p15:guide id="2" orient="horz" pos="432">
          <p15:clr>
            <a:srgbClr val="E46962"/>
          </p15:clr>
        </p15:guide>
        <p15:guide id="3" orient="horz" pos="2736">
          <p15:clr>
            <a:srgbClr val="E46962"/>
          </p15:clr>
        </p15:guide>
        <p15:guide id="4" pos="5184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_1_1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>
            <a:off x="4797600" y="685800"/>
            <a:ext cx="3432000" cy="343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2" name="Google Shape;32;p6"/>
          <p:cNvSpPr>
            <a:spLocks noGrp="1"/>
          </p:cNvSpPr>
          <p:nvPr>
            <p:ph type="pic" idx="2"/>
          </p:nvPr>
        </p:nvSpPr>
        <p:spPr>
          <a:xfrm>
            <a:off x="4582800" y="1099500"/>
            <a:ext cx="3233100" cy="3233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342975" y="2630575"/>
            <a:ext cx="3752700" cy="19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42900" y="452925"/>
            <a:ext cx="3752700" cy="20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6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E46962"/>
          </p15:clr>
        </p15:guide>
        <p15:guide id="2" orient="horz" pos="432">
          <p15:clr>
            <a:srgbClr val="E46962"/>
          </p15:clr>
        </p15:guide>
        <p15:guide id="3" orient="horz" pos="2736">
          <p15:clr>
            <a:srgbClr val="E46962"/>
          </p15:clr>
        </p15:guide>
        <p15:guide id="4" pos="5184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section title and description">
  <p:cSld name="SECTION_HEADER_1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342900" y="1817100"/>
            <a:ext cx="3650700" cy="150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subTitle" idx="1"/>
          </p:nvPr>
        </p:nvSpPr>
        <p:spPr>
          <a:xfrm>
            <a:off x="4582900" y="1058100"/>
            <a:ext cx="4104000" cy="302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 algn="r">
              <a:spcBef>
                <a:spcPts val="400"/>
              </a:spcBef>
              <a:spcAft>
                <a:spcPts val="40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8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one column text">
  <p:cSld name="CUSTOM_8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342900" y="452925"/>
            <a:ext cx="5394600" cy="9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/>
          <p:nvPr/>
        </p:nvSpPr>
        <p:spPr>
          <a:xfrm>
            <a:off x="453727" y="159091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645275" y="1495225"/>
            <a:ext cx="53946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342975" y="1913700"/>
            <a:ext cx="5697000" cy="26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big idea with image" type="tx">
  <p:cSld name="TITLE_AND_BOD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1223925" y="457200"/>
            <a:ext cx="3435000" cy="18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subTitle" idx="1"/>
          </p:nvPr>
        </p:nvSpPr>
        <p:spPr>
          <a:xfrm>
            <a:off x="5239600" y="871784"/>
            <a:ext cx="34473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2"/>
          </p:nvPr>
        </p:nvSpPr>
        <p:spPr>
          <a:xfrm>
            <a:off x="4937300" y="1290250"/>
            <a:ext cx="2875500" cy="28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ubTitle" idx="3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0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52">
          <p15:clr>
            <a:srgbClr val="E46962"/>
          </p15:clr>
        </p15:guide>
        <p15:guide id="2" orient="horz" pos="2594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with image">
  <p:cSld name="TITLE_AND_BODY_1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>
            <a:spLocks noGrp="1"/>
          </p:cNvSpPr>
          <p:nvPr>
            <p:ph type="subTitle" idx="1"/>
          </p:nvPr>
        </p:nvSpPr>
        <p:spPr>
          <a:xfrm>
            <a:off x="5239600" y="871784"/>
            <a:ext cx="34611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body" idx="2"/>
          </p:nvPr>
        </p:nvSpPr>
        <p:spPr>
          <a:xfrm>
            <a:off x="4937300" y="1290250"/>
            <a:ext cx="37482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subTitle" idx="3"/>
          </p:nvPr>
        </p:nvSpPr>
        <p:spPr>
          <a:xfrm>
            <a:off x="5239600" y="1997709"/>
            <a:ext cx="34611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4"/>
          </p:nvPr>
        </p:nvSpPr>
        <p:spPr>
          <a:xfrm>
            <a:off x="4937300" y="2416175"/>
            <a:ext cx="37482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subTitle" idx="5"/>
          </p:nvPr>
        </p:nvSpPr>
        <p:spPr>
          <a:xfrm>
            <a:off x="5239600" y="3123634"/>
            <a:ext cx="34611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body" idx="6"/>
          </p:nvPr>
        </p:nvSpPr>
        <p:spPr>
          <a:xfrm>
            <a:off x="4937300" y="3542100"/>
            <a:ext cx="37482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1223925" y="457200"/>
            <a:ext cx="3435000" cy="18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ubTitle" idx="7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1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with footer">
  <p:cSld name="CUSTOM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342900" y="457200"/>
            <a:ext cx="8458200" cy="15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subTitle" idx="1"/>
          </p:nvPr>
        </p:nvSpPr>
        <p:spPr>
          <a:xfrm>
            <a:off x="645275" y="2291984"/>
            <a:ext cx="24150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body" idx="2"/>
          </p:nvPr>
        </p:nvSpPr>
        <p:spPr>
          <a:xfrm>
            <a:off x="342975" y="2710450"/>
            <a:ext cx="2717400" cy="17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subTitle" idx="3"/>
          </p:nvPr>
        </p:nvSpPr>
        <p:spPr>
          <a:xfrm>
            <a:off x="3515600" y="2291984"/>
            <a:ext cx="24150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4"/>
          </p:nvPr>
        </p:nvSpPr>
        <p:spPr>
          <a:xfrm>
            <a:off x="3213300" y="2710450"/>
            <a:ext cx="2717400" cy="17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subTitle" idx="5"/>
          </p:nvPr>
        </p:nvSpPr>
        <p:spPr>
          <a:xfrm>
            <a:off x="6385925" y="2291984"/>
            <a:ext cx="24150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body" idx="6"/>
          </p:nvPr>
        </p:nvSpPr>
        <p:spPr>
          <a:xfrm>
            <a:off x="6083625" y="2710450"/>
            <a:ext cx="2717400" cy="17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subTitle" idx="7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16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44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10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342900" y="457200"/>
            <a:ext cx="8458200" cy="15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cxnSp>
        <p:nvCxnSpPr>
          <p:cNvPr id="112" name="Google Shape;112;p17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" name="Google Shape;113;p17"/>
          <p:cNvCxnSpPr/>
          <p:nvPr/>
        </p:nvCxnSpPr>
        <p:spPr>
          <a:xfrm>
            <a:off x="342977" y="2038918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" name="Google Shape;114;p17"/>
          <p:cNvSpPr/>
          <p:nvPr/>
        </p:nvSpPr>
        <p:spPr>
          <a:xfrm>
            <a:off x="45372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7"/>
          <p:cNvSpPr txBox="1">
            <a:spLocks noGrp="1"/>
          </p:cNvSpPr>
          <p:nvPr>
            <p:ph type="subTitle" idx="1"/>
          </p:nvPr>
        </p:nvSpPr>
        <p:spPr>
          <a:xfrm>
            <a:off x="645275" y="2291984"/>
            <a:ext cx="24150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body" idx="2"/>
          </p:nvPr>
        </p:nvSpPr>
        <p:spPr>
          <a:xfrm>
            <a:off x="342975" y="2710450"/>
            <a:ext cx="2717400" cy="17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cxnSp>
        <p:nvCxnSpPr>
          <p:cNvPr id="117" name="Google Shape;117;p17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8" name="Google Shape;118;p17"/>
          <p:cNvSpPr/>
          <p:nvPr/>
        </p:nvSpPr>
        <p:spPr>
          <a:xfrm>
            <a:off x="3324052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subTitle" idx="3"/>
          </p:nvPr>
        </p:nvSpPr>
        <p:spPr>
          <a:xfrm>
            <a:off x="3515600" y="2291984"/>
            <a:ext cx="24150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body" idx="4"/>
          </p:nvPr>
        </p:nvSpPr>
        <p:spPr>
          <a:xfrm>
            <a:off x="3213300" y="2710450"/>
            <a:ext cx="2717400" cy="17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619437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subTitle" idx="5"/>
          </p:nvPr>
        </p:nvSpPr>
        <p:spPr>
          <a:xfrm>
            <a:off x="6385925" y="2291984"/>
            <a:ext cx="24150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body" idx="6"/>
          </p:nvPr>
        </p:nvSpPr>
        <p:spPr>
          <a:xfrm>
            <a:off x="6083625" y="2710450"/>
            <a:ext cx="2717400" cy="17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4" name="Google Shape;124;p17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p17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44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6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title"/>
          </p:nvPr>
        </p:nvSpPr>
        <p:spPr>
          <a:xfrm>
            <a:off x="342900" y="457200"/>
            <a:ext cx="8458200" cy="15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cxnSp>
        <p:nvCxnSpPr>
          <p:cNvPr id="128" name="Google Shape;128;p18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8"/>
          <p:cNvCxnSpPr/>
          <p:nvPr/>
        </p:nvCxnSpPr>
        <p:spPr>
          <a:xfrm>
            <a:off x="342977" y="2038918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" name="Google Shape;130;p18"/>
          <p:cNvSpPr/>
          <p:nvPr/>
        </p:nvSpPr>
        <p:spPr>
          <a:xfrm>
            <a:off x="45372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1"/>
          </p:nvPr>
        </p:nvSpPr>
        <p:spPr>
          <a:xfrm>
            <a:off x="645275" y="2291984"/>
            <a:ext cx="36213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body" idx="2"/>
          </p:nvPr>
        </p:nvSpPr>
        <p:spPr>
          <a:xfrm>
            <a:off x="342975" y="2710450"/>
            <a:ext cx="3923700" cy="17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cxnSp>
        <p:nvCxnSpPr>
          <p:cNvPr id="133" name="Google Shape;133;p18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4" name="Google Shape;134;p18"/>
          <p:cNvSpPr/>
          <p:nvPr/>
        </p:nvSpPr>
        <p:spPr>
          <a:xfrm>
            <a:off x="468927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8"/>
          <p:cNvSpPr txBox="1">
            <a:spLocks noGrp="1"/>
          </p:cNvSpPr>
          <p:nvPr>
            <p:ph type="subTitle" idx="3"/>
          </p:nvPr>
        </p:nvSpPr>
        <p:spPr>
          <a:xfrm>
            <a:off x="4880825" y="2291984"/>
            <a:ext cx="36213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8"/>
          <p:cNvSpPr txBox="1">
            <a:spLocks noGrp="1"/>
          </p:cNvSpPr>
          <p:nvPr>
            <p:ph type="body" idx="4"/>
          </p:nvPr>
        </p:nvSpPr>
        <p:spPr>
          <a:xfrm>
            <a:off x="4578525" y="2710450"/>
            <a:ext cx="3923700" cy="17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37" name="Google Shape;137;p18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18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44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6_1_1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>
            <a:spLocks noGrp="1"/>
          </p:cNvSpPr>
          <p:nvPr>
            <p:ph type="body" idx="1"/>
          </p:nvPr>
        </p:nvSpPr>
        <p:spPr>
          <a:xfrm>
            <a:off x="6696350" y="2710450"/>
            <a:ext cx="1889700" cy="17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title"/>
          </p:nvPr>
        </p:nvSpPr>
        <p:spPr>
          <a:xfrm>
            <a:off x="342900" y="457200"/>
            <a:ext cx="8458200" cy="15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cxnSp>
        <p:nvCxnSpPr>
          <p:cNvPr id="142" name="Google Shape;142;p19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" name="Google Shape;143;p19"/>
          <p:cNvCxnSpPr/>
          <p:nvPr/>
        </p:nvCxnSpPr>
        <p:spPr>
          <a:xfrm>
            <a:off x="342977" y="2038918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" name="Google Shape;144;p19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5" name="Google Shape;145;p19"/>
          <p:cNvSpPr/>
          <p:nvPr/>
        </p:nvSpPr>
        <p:spPr>
          <a:xfrm>
            <a:off x="45372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9"/>
          <p:cNvSpPr txBox="1">
            <a:spLocks noGrp="1"/>
          </p:cNvSpPr>
          <p:nvPr>
            <p:ph type="subTitle" idx="2"/>
          </p:nvPr>
        </p:nvSpPr>
        <p:spPr>
          <a:xfrm>
            <a:off x="645275" y="2291984"/>
            <a:ext cx="15873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9"/>
          <p:cNvSpPr txBox="1">
            <a:spLocks noGrp="1"/>
          </p:cNvSpPr>
          <p:nvPr>
            <p:ph type="body" idx="3"/>
          </p:nvPr>
        </p:nvSpPr>
        <p:spPr>
          <a:xfrm>
            <a:off x="342975" y="2710450"/>
            <a:ext cx="1889700" cy="17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468927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9"/>
          <p:cNvSpPr txBox="1">
            <a:spLocks noGrp="1"/>
          </p:cNvSpPr>
          <p:nvPr>
            <p:ph type="subTitle" idx="4"/>
          </p:nvPr>
        </p:nvSpPr>
        <p:spPr>
          <a:xfrm>
            <a:off x="4880825" y="2291984"/>
            <a:ext cx="15873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9"/>
          <p:cNvSpPr txBox="1">
            <a:spLocks noGrp="1"/>
          </p:cNvSpPr>
          <p:nvPr>
            <p:ph type="body" idx="5"/>
          </p:nvPr>
        </p:nvSpPr>
        <p:spPr>
          <a:xfrm>
            <a:off x="4578525" y="2710450"/>
            <a:ext cx="1889700" cy="17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2571452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9"/>
          <p:cNvSpPr txBox="1">
            <a:spLocks noGrp="1"/>
          </p:cNvSpPr>
          <p:nvPr>
            <p:ph type="subTitle" idx="6"/>
          </p:nvPr>
        </p:nvSpPr>
        <p:spPr>
          <a:xfrm>
            <a:off x="2763000" y="2291984"/>
            <a:ext cx="15873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9"/>
          <p:cNvSpPr txBox="1">
            <a:spLocks noGrp="1"/>
          </p:cNvSpPr>
          <p:nvPr>
            <p:ph type="body" idx="7"/>
          </p:nvPr>
        </p:nvSpPr>
        <p:spPr>
          <a:xfrm>
            <a:off x="2460700" y="2710450"/>
            <a:ext cx="1889700" cy="17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6807102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9"/>
          <p:cNvSpPr txBox="1">
            <a:spLocks noGrp="1"/>
          </p:cNvSpPr>
          <p:nvPr>
            <p:ph type="subTitle" idx="8"/>
          </p:nvPr>
        </p:nvSpPr>
        <p:spPr>
          <a:xfrm>
            <a:off x="6998650" y="2291984"/>
            <a:ext cx="15873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9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19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44">
          <p15:clr>
            <a:srgbClr val="E46962"/>
          </p15:clr>
        </p15:guide>
        <p15:guide id="2" pos="2884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CUSTOM_3_2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>
            <a:spLocks noGrp="1"/>
          </p:cNvSpPr>
          <p:nvPr>
            <p:ph type="body" idx="1"/>
          </p:nvPr>
        </p:nvSpPr>
        <p:spPr>
          <a:xfrm>
            <a:off x="6129700" y="1058025"/>
            <a:ext cx="2556900" cy="302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body" idx="2"/>
          </p:nvPr>
        </p:nvSpPr>
        <p:spPr>
          <a:xfrm>
            <a:off x="4695000" y="1058025"/>
            <a:ext cx="1378200" cy="302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algn="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r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r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r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r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r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cxnSp>
        <p:nvCxnSpPr>
          <p:cNvPr id="175" name="Google Shape;175;p22"/>
          <p:cNvCxnSpPr/>
          <p:nvPr/>
        </p:nvCxnSpPr>
        <p:spPr>
          <a:xfrm rot="10800000">
            <a:off x="4572000" y="466575"/>
            <a:ext cx="0" cy="4107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6" name="Google Shape;176;p22"/>
          <p:cNvSpPr txBox="1">
            <a:spLocks noGrp="1"/>
          </p:cNvSpPr>
          <p:nvPr>
            <p:ph type="title"/>
          </p:nvPr>
        </p:nvSpPr>
        <p:spPr>
          <a:xfrm>
            <a:off x="457200" y="1195125"/>
            <a:ext cx="4000500" cy="26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cxnSp>
        <p:nvCxnSpPr>
          <p:cNvPr id="177" name="Google Shape;177;p22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22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" name="Google Shape;179;p22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22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6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CUSTOM_3_1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" name="Google Shape;182;p23"/>
          <p:cNvCxnSpPr/>
          <p:nvPr/>
        </p:nvCxnSpPr>
        <p:spPr>
          <a:xfrm rot="10800000">
            <a:off x="4572000" y="466575"/>
            <a:ext cx="0" cy="4107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" name="Google Shape;183;p23"/>
          <p:cNvSpPr txBox="1">
            <a:spLocks noGrp="1"/>
          </p:cNvSpPr>
          <p:nvPr>
            <p:ph type="title"/>
          </p:nvPr>
        </p:nvSpPr>
        <p:spPr>
          <a:xfrm>
            <a:off x="457200" y="1195125"/>
            <a:ext cx="4000500" cy="26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cxnSp>
        <p:nvCxnSpPr>
          <p:cNvPr id="184" name="Google Shape;184;p23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" name="Google Shape;185;p23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6" name="Google Shape;186;p23"/>
          <p:cNvSpPr txBox="1">
            <a:spLocks noGrp="1"/>
          </p:cNvSpPr>
          <p:nvPr>
            <p:ph type="body" idx="1"/>
          </p:nvPr>
        </p:nvSpPr>
        <p:spPr>
          <a:xfrm>
            <a:off x="4933600" y="1058025"/>
            <a:ext cx="3523200" cy="302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87" name="Google Shape;187;p23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23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3_1_1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24"/>
          <p:cNvCxnSpPr/>
          <p:nvPr/>
        </p:nvCxnSpPr>
        <p:spPr>
          <a:xfrm rot="10800000">
            <a:off x="3319175" y="466575"/>
            <a:ext cx="0" cy="4107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" name="Google Shape;191;p24"/>
          <p:cNvSpPr txBox="1">
            <a:spLocks noGrp="1"/>
          </p:cNvSpPr>
          <p:nvPr>
            <p:ph type="title"/>
          </p:nvPr>
        </p:nvSpPr>
        <p:spPr>
          <a:xfrm>
            <a:off x="457200" y="1195125"/>
            <a:ext cx="2727300" cy="26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cxnSp>
        <p:nvCxnSpPr>
          <p:cNvPr id="192" name="Google Shape;192;p24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" name="Google Shape;193;p24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4" name="Google Shape;194;p24"/>
          <p:cNvSpPr/>
          <p:nvPr/>
        </p:nvSpPr>
        <p:spPr>
          <a:xfrm>
            <a:off x="3813602" y="120151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4"/>
          <p:cNvSpPr txBox="1">
            <a:spLocks noGrp="1"/>
          </p:cNvSpPr>
          <p:nvPr>
            <p:ph type="subTitle" idx="1"/>
          </p:nvPr>
        </p:nvSpPr>
        <p:spPr>
          <a:xfrm>
            <a:off x="4005150" y="1105813"/>
            <a:ext cx="46818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4"/>
          <p:cNvSpPr/>
          <p:nvPr/>
        </p:nvSpPr>
        <p:spPr>
          <a:xfrm>
            <a:off x="3813602" y="168963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4"/>
          <p:cNvSpPr txBox="1">
            <a:spLocks noGrp="1"/>
          </p:cNvSpPr>
          <p:nvPr>
            <p:ph type="subTitle" idx="2"/>
          </p:nvPr>
        </p:nvSpPr>
        <p:spPr>
          <a:xfrm>
            <a:off x="4005150" y="1593938"/>
            <a:ext cx="46818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4"/>
          <p:cNvSpPr/>
          <p:nvPr/>
        </p:nvSpPr>
        <p:spPr>
          <a:xfrm>
            <a:off x="3813602" y="217776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4"/>
          <p:cNvSpPr txBox="1">
            <a:spLocks noGrp="1"/>
          </p:cNvSpPr>
          <p:nvPr>
            <p:ph type="subTitle" idx="3"/>
          </p:nvPr>
        </p:nvSpPr>
        <p:spPr>
          <a:xfrm>
            <a:off x="4005150" y="2082063"/>
            <a:ext cx="46818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4"/>
          <p:cNvSpPr/>
          <p:nvPr/>
        </p:nvSpPr>
        <p:spPr>
          <a:xfrm>
            <a:off x="3813602" y="269648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4"/>
          <p:cNvSpPr txBox="1">
            <a:spLocks noGrp="1"/>
          </p:cNvSpPr>
          <p:nvPr>
            <p:ph type="subTitle" idx="4"/>
          </p:nvPr>
        </p:nvSpPr>
        <p:spPr>
          <a:xfrm>
            <a:off x="4005150" y="2600788"/>
            <a:ext cx="46818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4"/>
          <p:cNvSpPr/>
          <p:nvPr/>
        </p:nvSpPr>
        <p:spPr>
          <a:xfrm>
            <a:off x="3813602" y="321521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5"/>
          </p:nvPr>
        </p:nvSpPr>
        <p:spPr>
          <a:xfrm>
            <a:off x="4005150" y="3119513"/>
            <a:ext cx="46818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4"/>
          <p:cNvSpPr/>
          <p:nvPr/>
        </p:nvSpPr>
        <p:spPr>
          <a:xfrm>
            <a:off x="3813602" y="373393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subTitle" idx="6"/>
          </p:nvPr>
        </p:nvSpPr>
        <p:spPr>
          <a:xfrm>
            <a:off x="4005150" y="3638238"/>
            <a:ext cx="46818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7" name="Google Shape;207;p24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CUSTOM_1_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>
            <a:spLocks noGrp="1"/>
          </p:cNvSpPr>
          <p:nvPr>
            <p:ph type="title"/>
          </p:nvPr>
        </p:nvSpPr>
        <p:spPr>
          <a:xfrm>
            <a:off x="342900" y="457200"/>
            <a:ext cx="3544800" cy="41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26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26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7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>
            <a:spLocks noGrp="1"/>
          </p:cNvSpPr>
          <p:nvPr>
            <p:ph type="title"/>
          </p:nvPr>
        </p:nvSpPr>
        <p:spPr>
          <a:xfrm>
            <a:off x="342900" y="457200"/>
            <a:ext cx="8458200" cy="8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28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8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CUSTOM_2_2_1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>
            <a:spLocks noGrp="1"/>
          </p:cNvSpPr>
          <p:nvPr>
            <p:ph type="subTitle" idx="1"/>
          </p:nvPr>
        </p:nvSpPr>
        <p:spPr>
          <a:xfrm>
            <a:off x="342900" y="630425"/>
            <a:ext cx="8345700" cy="2592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>
            <a:endParaRPr/>
          </a:p>
        </p:txBody>
      </p:sp>
      <p:sp>
        <p:nvSpPr>
          <p:cNvPr id="234" name="Google Shape;234;p30"/>
          <p:cNvSpPr txBox="1">
            <a:spLocks noGrp="1"/>
          </p:cNvSpPr>
          <p:nvPr>
            <p:ph type="title"/>
          </p:nvPr>
        </p:nvSpPr>
        <p:spPr>
          <a:xfrm>
            <a:off x="342900" y="889625"/>
            <a:ext cx="8345700" cy="3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30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with footer">
  <p:cSld name="CUSTOM_2_1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title"/>
          </p:nvPr>
        </p:nvSpPr>
        <p:spPr>
          <a:xfrm>
            <a:off x="342900" y="457200"/>
            <a:ext cx="8343900" cy="14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>
            <a:endParaRPr/>
          </a:p>
        </p:txBody>
      </p:sp>
      <p:sp>
        <p:nvSpPr>
          <p:cNvPr id="240" name="Google Shape;240;p31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1" name="Google Shape;241;p31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CUSTOM_2_1_2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>
            <a:spLocks noGrp="1"/>
          </p:cNvSpPr>
          <p:nvPr>
            <p:ph type="title"/>
          </p:nvPr>
        </p:nvSpPr>
        <p:spPr>
          <a:xfrm>
            <a:off x="342900" y="457200"/>
            <a:ext cx="8343900" cy="14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cxnSp>
        <p:nvCxnSpPr>
          <p:cNvPr id="244" name="Google Shape;244;p32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5" name="Google Shape;245;p32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6" name="Google Shape;246;p32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7" name="Google Shape;247;p32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2_1_2_1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33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" name="Google Shape;250;p33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1" name="Google Shape;251;p33"/>
          <p:cNvSpPr>
            <a:spLocks noGrp="1"/>
          </p:cNvSpPr>
          <p:nvPr>
            <p:ph type="pic" idx="2"/>
          </p:nvPr>
        </p:nvSpPr>
        <p:spPr>
          <a:xfrm>
            <a:off x="457200" y="588788"/>
            <a:ext cx="8229600" cy="3835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52" name="Google Shape;252;p33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33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2_1_2_1_1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/>
          <p:nvPr/>
        </p:nvSpPr>
        <p:spPr>
          <a:xfrm>
            <a:off x="342900" y="1834500"/>
            <a:ext cx="2778300" cy="273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56" name="Google Shape;256;p34"/>
          <p:cNvSpPr/>
          <p:nvPr/>
        </p:nvSpPr>
        <p:spPr>
          <a:xfrm>
            <a:off x="2045193" y="1513259"/>
            <a:ext cx="2393400" cy="258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57" name="Google Shape;257;p34"/>
          <p:cNvSpPr/>
          <p:nvPr/>
        </p:nvSpPr>
        <p:spPr>
          <a:xfrm>
            <a:off x="4171372" y="1976202"/>
            <a:ext cx="2393400" cy="2592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58" name="Google Shape;258;p34"/>
          <p:cNvSpPr txBox="1">
            <a:spLocks noGrp="1"/>
          </p:cNvSpPr>
          <p:nvPr>
            <p:ph type="title"/>
          </p:nvPr>
        </p:nvSpPr>
        <p:spPr>
          <a:xfrm>
            <a:off x="342900" y="457200"/>
            <a:ext cx="8458200" cy="7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59" name="Google Shape;259;p34"/>
          <p:cNvSpPr/>
          <p:nvPr/>
        </p:nvSpPr>
        <p:spPr>
          <a:xfrm>
            <a:off x="4712400" y="1513255"/>
            <a:ext cx="4092900" cy="1704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60" name="Google Shape;260;p34"/>
          <p:cNvSpPr>
            <a:spLocks noGrp="1"/>
          </p:cNvSpPr>
          <p:nvPr>
            <p:ph type="pic" idx="2"/>
          </p:nvPr>
        </p:nvSpPr>
        <p:spPr>
          <a:xfrm>
            <a:off x="457200" y="1245883"/>
            <a:ext cx="1490700" cy="95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61" name="Google Shape;261;p34"/>
          <p:cNvSpPr>
            <a:spLocks noGrp="1"/>
          </p:cNvSpPr>
          <p:nvPr>
            <p:ph type="pic" idx="3"/>
          </p:nvPr>
        </p:nvSpPr>
        <p:spPr>
          <a:xfrm>
            <a:off x="457200" y="2354103"/>
            <a:ext cx="1934700" cy="2044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62" name="Google Shape;262;p34"/>
          <p:cNvSpPr>
            <a:spLocks noGrp="1"/>
          </p:cNvSpPr>
          <p:nvPr>
            <p:ph type="pic" idx="4"/>
          </p:nvPr>
        </p:nvSpPr>
        <p:spPr>
          <a:xfrm>
            <a:off x="2526950" y="1640193"/>
            <a:ext cx="1785300" cy="18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63" name="Google Shape;263;p34"/>
          <p:cNvSpPr>
            <a:spLocks noGrp="1"/>
          </p:cNvSpPr>
          <p:nvPr>
            <p:ph type="pic" idx="5"/>
          </p:nvPr>
        </p:nvSpPr>
        <p:spPr>
          <a:xfrm>
            <a:off x="3284627" y="3602162"/>
            <a:ext cx="1299000" cy="1084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64" name="Google Shape;264;p34"/>
          <p:cNvSpPr>
            <a:spLocks noGrp="1"/>
          </p:cNvSpPr>
          <p:nvPr>
            <p:ph type="pic" idx="6"/>
          </p:nvPr>
        </p:nvSpPr>
        <p:spPr>
          <a:xfrm>
            <a:off x="4583875" y="1245829"/>
            <a:ext cx="1716600" cy="2356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65" name="Google Shape;265;p34"/>
          <p:cNvSpPr>
            <a:spLocks noGrp="1"/>
          </p:cNvSpPr>
          <p:nvPr>
            <p:ph type="pic" idx="7"/>
          </p:nvPr>
        </p:nvSpPr>
        <p:spPr>
          <a:xfrm>
            <a:off x="4718575" y="3753392"/>
            <a:ext cx="1299000" cy="64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66" name="Google Shape;266;p34"/>
          <p:cNvSpPr>
            <a:spLocks noGrp="1"/>
          </p:cNvSpPr>
          <p:nvPr>
            <p:ph type="pic" idx="8"/>
          </p:nvPr>
        </p:nvSpPr>
        <p:spPr>
          <a:xfrm>
            <a:off x="6445550" y="2341822"/>
            <a:ext cx="2241300" cy="2344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67" name="Google Shape;267;p34"/>
          <p:cNvSpPr>
            <a:spLocks noGrp="1"/>
          </p:cNvSpPr>
          <p:nvPr>
            <p:ph type="pic" idx="9"/>
          </p:nvPr>
        </p:nvSpPr>
        <p:spPr>
          <a:xfrm>
            <a:off x="7387850" y="1231200"/>
            <a:ext cx="1299000" cy="95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68" name="Google Shape;268;p34"/>
          <p:cNvSpPr>
            <a:spLocks noGrp="1"/>
          </p:cNvSpPr>
          <p:nvPr>
            <p:ph type="pic" idx="13"/>
          </p:nvPr>
        </p:nvSpPr>
        <p:spPr>
          <a:xfrm>
            <a:off x="6445750" y="1632987"/>
            <a:ext cx="805500" cy="555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69" name="Google Shape;269;p34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4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52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2_1_1_1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>
            <a:spLocks noGrp="1"/>
          </p:cNvSpPr>
          <p:nvPr>
            <p:ph type="body" idx="1"/>
          </p:nvPr>
        </p:nvSpPr>
        <p:spPr>
          <a:xfrm>
            <a:off x="6083625" y="3343625"/>
            <a:ext cx="2717400" cy="10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342900" y="452925"/>
            <a:ext cx="8458200" cy="7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286" name="Google Shape;286;p36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36"/>
          <p:cNvCxnSpPr/>
          <p:nvPr/>
        </p:nvCxnSpPr>
        <p:spPr>
          <a:xfrm>
            <a:off x="342977" y="1266068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8" name="Google Shape;288;p36"/>
          <p:cNvSpPr/>
          <p:nvPr/>
        </p:nvSpPr>
        <p:spPr>
          <a:xfrm>
            <a:off x="453727" y="3020850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6"/>
          <p:cNvSpPr txBox="1">
            <a:spLocks noGrp="1"/>
          </p:cNvSpPr>
          <p:nvPr>
            <p:ph type="subTitle" idx="2"/>
          </p:nvPr>
        </p:nvSpPr>
        <p:spPr>
          <a:xfrm>
            <a:off x="645275" y="2925159"/>
            <a:ext cx="24150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36"/>
          <p:cNvSpPr txBox="1">
            <a:spLocks noGrp="1"/>
          </p:cNvSpPr>
          <p:nvPr>
            <p:ph type="body" idx="3"/>
          </p:nvPr>
        </p:nvSpPr>
        <p:spPr>
          <a:xfrm>
            <a:off x="342975" y="3343625"/>
            <a:ext cx="2717400" cy="10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91" name="Google Shape;291;p36"/>
          <p:cNvSpPr/>
          <p:nvPr/>
        </p:nvSpPr>
        <p:spPr>
          <a:xfrm>
            <a:off x="3324052" y="3020850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36"/>
          <p:cNvSpPr txBox="1">
            <a:spLocks noGrp="1"/>
          </p:cNvSpPr>
          <p:nvPr>
            <p:ph type="subTitle" idx="4"/>
          </p:nvPr>
        </p:nvSpPr>
        <p:spPr>
          <a:xfrm>
            <a:off x="3515600" y="2925159"/>
            <a:ext cx="24150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36"/>
          <p:cNvSpPr txBox="1">
            <a:spLocks noGrp="1"/>
          </p:cNvSpPr>
          <p:nvPr>
            <p:ph type="body" idx="5"/>
          </p:nvPr>
        </p:nvSpPr>
        <p:spPr>
          <a:xfrm>
            <a:off x="3213300" y="3343625"/>
            <a:ext cx="2717400" cy="10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94" name="Google Shape;294;p36"/>
          <p:cNvSpPr/>
          <p:nvPr/>
        </p:nvSpPr>
        <p:spPr>
          <a:xfrm>
            <a:off x="6194377" y="3020850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36"/>
          <p:cNvSpPr txBox="1">
            <a:spLocks noGrp="1"/>
          </p:cNvSpPr>
          <p:nvPr>
            <p:ph type="subTitle" idx="6"/>
          </p:nvPr>
        </p:nvSpPr>
        <p:spPr>
          <a:xfrm>
            <a:off x="6385925" y="2925159"/>
            <a:ext cx="24150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36"/>
          <p:cNvSpPr>
            <a:spLocks noGrp="1"/>
          </p:cNvSpPr>
          <p:nvPr>
            <p:ph type="pic" idx="7"/>
          </p:nvPr>
        </p:nvSpPr>
        <p:spPr>
          <a:xfrm>
            <a:off x="6194375" y="1494125"/>
            <a:ext cx="2492400" cy="130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97" name="Google Shape;297;p36"/>
          <p:cNvSpPr>
            <a:spLocks noGrp="1"/>
          </p:cNvSpPr>
          <p:nvPr>
            <p:ph type="pic" idx="8"/>
          </p:nvPr>
        </p:nvSpPr>
        <p:spPr>
          <a:xfrm>
            <a:off x="455475" y="1494125"/>
            <a:ext cx="2492400" cy="130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98" name="Google Shape;298;p36"/>
          <p:cNvSpPr>
            <a:spLocks noGrp="1"/>
          </p:cNvSpPr>
          <p:nvPr>
            <p:ph type="pic" idx="9"/>
          </p:nvPr>
        </p:nvSpPr>
        <p:spPr>
          <a:xfrm>
            <a:off x="3324925" y="1494125"/>
            <a:ext cx="2492400" cy="130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99" name="Google Shape;299;p36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0" name="Google Shape;300;p36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2_1_1_1_1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"/>
          <p:cNvSpPr txBox="1">
            <a:spLocks noGrp="1"/>
          </p:cNvSpPr>
          <p:nvPr>
            <p:ph type="title"/>
          </p:nvPr>
        </p:nvSpPr>
        <p:spPr>
          <a:xfrm>
            <a:off x="342900" y="452925"/>
            <a:ext cx="8458200" cy="7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303" name="Google Shape;303;p37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4" name="Google Shape;304;p37"/>
          <p:cNvCxnSpPr/>
          <p:nvPr/>
        </p:nvCxnSpPr>
        <p:spPr>
          <a:xfrm>
            <a:off x="342977" y="1266068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5" name="Google Shape;305;p37"/>
          <p:cNvSpPr>
            <a:spLocks noGrp="1"/>
          </p:cNvSpPr>
          <p:nvPr>
            <p:ph type="pic" idx="2"/>
          </p:nvPr>
        </p:nvSpPr>
        <p:spPr>
          <a:xfrm>
            <a:off x="455475" y="1494125"/>
            <a:ext cx="3621300" cy="130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06" name="Google Shape;306;p37"/>
          <p:cNvSpPr/>
          <p:nvPr/>
        </p:nvSpPr>
        <p:spPr>
          <a:xfrm>
            <a:off x="453727" y="3020850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37"/>
          <p:cNvSpPr txBox="1">
            <a:spLocks noGrp="1"/>
          </p:cNvSpPr>
          <p:nvPr>
            <p:ph type="subTitle" idx="1"/>
          </p:nvPr>
        </p:nvSpPr>
        <p:spPr>
          <a:xfrm>
            <a:off x="645275" y="2925159"/>
            <a:ext cx="36213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37"/>
          <p:cNvSpPr txBox="1">
            <a:spLocks noGrp="1"/>
          </p:cNvSpPr>
          <p:nvPr>
            <p:ph type="body" idx="3"/>
          </p:nvPr>
        </p:nvSpPr>
        <p:spPr>
          <a:xfrm>
            <a:off x="342975" y="3343625"/>
            <a:ext cx="3923700" cy="10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09" name="Google Shape;309;p37"/>
          <p:cNvSpPr/>
          <p:nvPr/>
        </p:nvSpPr>
        <p:spPr>
          <a:xfrm>
            <a:off x="4689277" y="3020850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37"/>
          <p:cNvSpPr txBox="1">
            <a:spLocks noGrp="1"/>
          </p:cNvSpPr>
          <p:nvPr>
            <p:ph type="subTitle" idx="4"/>
          </p:nvPr>
        </p:nvSpPr>
        <p:spPr>
          <a:xfrm>
            <a:off x="5261825" y="2925159"/>
            <a:ext cx="36213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37"/>
          <p:cNvSpPr txBox="1">
            <a:spLocks noGrp="1"/>
          </p:cNvSpPr>
          <p:nvPr>
            <p:ph type="body" idx="5"/>
          </p:nvPr>
        </p:nvSpPr>
        <p:spPr>
          <a:xfrm>
            <a:off x="4959525" y="3343625"/>
            <a:ext cx="3923700" cy="10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12" name="Google Shape;312;p37"/>
          <p:cNvSpPr>
            <a:spLocks noGrp="1"/>
          </p:cNvSpPr>
          <p:nvPr>
            <p:ph type="pic" idx="6"/>
          </p:nvPr>
        </p:nvSpPr>
        <p:spPr>
          <a:xfrm>
            <a:off x="5070275" y="1494125"/>
            <a:ext cx="3621300" cy="130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13" name="Google Shape;313;p37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4" name="Google Shape;314;p37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lage elements">
  <p:cSld name="CUSTOM_5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9"/>
          <p:cNvSpPr txBox="1">
            <a:spLocks noGrp="1"/>
          </p:cNvSpPr>
          <p:nvPr>
            <p:ph type="title"/>
          </p:nvPr>
        </p:nvSpPr>
        <p:spPr>
          <a:xfrm>
            <a:off x="342900" y="452925"/>
            <a:ext cx="8354400" cy="15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39"/>
          <p:cNvSpPr txBox="1">
            <a:spLocks noGrp="1"/>
          </p:cNvSpPr>
          <p:nvPr>
            <p:ph type="subTitle" idx="1"/>
          </p:nvPr>
        </p:nvSpPr>
        <p:spPr>
          <a:xfrm>
            <a:off x="342900" y="3868525"/>
            <a:ext cx="1953300" cy="2592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Sans Medium"/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28" name="Google Shape;328;p39"/>
          <p:cNvSpPr txBox="1">
            <a:spLocks noGrp="1"/>
          </p:cNvSpPr>
          <p:nvPr>
            <p:ph type="subTitle" idx="2"/>
          </p:nvPr>
        </p:nvSpPr>
        <p:spPr>
          <a:xfrm>
            <a:off x="2473100" y="3868525"/>
            <a:ext cx="1953300" cy="2592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Sans Medium"/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29" name="Google Shape;329;p39"/>
          <p:cNvSpPr txBox="1">
            <a:spLocks noGrp="1"/>
          </p:cNvSpPr>
          <p:nvPr>
            <p:ph type="subTitle" idx="3"/>
          </p:nvPr>
        </p:nvSpPr>
        <p:spPr>
          <a:xfrm>
            <a:off x="4603300" y="3868525"/>
            <a:ext cx="1953300" cy="2592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Sans Medium"/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30" name="Google Shape;330;p39"/>
          <p:cNvSpPr txBox="1">
            <a:spLocks noGrp="1"/>
          </p:cNvSpPr>
          <p:nvPr>
            <p:ph type="subTitle" idx="4"/>
          </p:nvPr>
        </p:nvSpPr>
        <p:spPr>
          <a:xfrm>
            <a:off x="6733500" y="3868525"/>
            <a:ext cx="1953300" cy="2592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Sans Medium"/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31" name="Google Shape;331;p39"/>
          <p:cNvSpPr txBox="1">
            <a:spLocks noGrp="1"/>
          </p:cNvSpPr>
          <p:nvPr>
            <p:ph type="subTitle" idx="5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>
            <a:endParaRPr/>
          </a:p>
        </p:txBody>
      </p:sp>
      <p:sp>
        <p:nvSpPr>
          <p:cNvPr id="332" name="Google Shape;332;p39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39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USTOM_9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0"/>
          <p:cNvSpPr txBox="1">
            <a:spLocks noGrp="1"/>
          </p:cNvSpPr>
          <p:nvPr>
            <p:ph type="body" idx="1"/>
          </p:nvPr>
        </p:nvSpPr>
        <p:spPr>
          <a:xfrm>
            <a:off x="457200" y="3899675"/>
            <a:ext cx="5192400" cy="66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36" name="Google Shape;336;p40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7" name="Google Shape;337;p40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8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2505000"/>
            <a:ext cx="8520600" cy="20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●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914400" lvl="1" indent="-3048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○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371600" lvl="2" indent="-3048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■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1828800" lvl="3" indent="-3048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●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2286000" lvl="4" indent="-3048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○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2743200" lvl="5" indent="-3048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■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3200400" lvl="6" indent="-3048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●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3657600" lvl="7" indent="-3048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○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4114800" lvl="8" indent="-304800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IBM Plex Sans Light"/>
              <a:buChar char="■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 algn="r" rtl="0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 algn="r" rtl="0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 algn="r" rtl="0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 algn="r" rtl="0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 algn="r" rtl="0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 algn="r" rtl="0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 algn="r" rtl="0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 algn="r" rtl="0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62" r:id="rId10"/>
    <p:sldLayoutId id="2147483663" r:id="rId11"/>
    <p:sldLayoutId id="2147483664" r:id="rId12"/>
    <p:sldLayoutId id="2147483665" r:id="rId13"/>
    <p:sldLayoutId id="2147483668" r:id="rId14"/>
    <p:sldLayoutId id="2147483669" r:id="rId15"/>
    <p:sldLayoutId id="2147483670" r:id="rId16"/>
    <p:sldLayoutId id="2147483672" r:id="rId17"/>
    <p:sldLayoutId id="2147483674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2" r:id="rId24"/>
    <p:sldLayoutId id="2147483683" r:id="rId25"/>
    <p:sldLayoutId id="2147483685" r:id="rId26"/>
    <p:sldLayoutId id="2147483686" r:id="rId27"/>
    <p:sldLayoutId id="2147483687" r:id="rId2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16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pos="5472">
          <p15:clr>
            <a:srgbClr val="E46962"/>
          </p15:clr>
        </p15:guide>
        <p15:guide id="5" orient="horz" pos="2878">
          <p15:clr>
            <a:srgbClr val="E46962"/>
          </p15:clr>
        </p15:guide>
        <p15:guide id="6" pos="554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2"/>
          <p:cNvSpPr/>
          <p:nvPr/>
        </p:nvSpPr>
        <p:spPr>
          <a:xfrm>
            <a:off x="4797600" y="685800"/>
            <a:ext cx="3432000" cy="343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pic>
        <p:nvPicPr>
          <p:cNvPr id="344" name="Google Shape;344;p42" title="11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-2980" t="25573" r="2980" b="-5191"/>
          <a:stretch/>
        </p:blipFill>
        <p:spPr>
          <a:xfrm>
            <a:off x="4582800" y="1099500"/>
            <a:ext cx="3233100" cy="3233101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42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42"/>
          <p:cNvSpPr txBox="1">
            <a:spLocks noGrp="1"/>
          </p:cNvSpPr>
          <p:nvPr>
            <p:ph type="title"/>
          </p:nvPr>
        </p:nvSpPr>
        <p:spPr>
          <a:xfrm>
            <a:off x="342900" y="452925"/>
            <a:ext cx="3544800" cy="41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b="1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REAL</a:t>
            </a:r>
            <a:endParaRPr sz="8000" b="1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Arial"/>
                <a:ea typeface="Arial"/>
                <a:cs typeface="Arial"/>
                <a:sym typeface="Arial"/>
              </a:rPr>
              <a:t>           </a:t>
            </a:r>
            <a:r>
              <a:rPr lang="en"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 sz="3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b="1">
                <a:latin typeface="Arial"/>
                <a:ea typeface="Arial"/>
                <a:cs typeface="Arial"/>
                <a:sym typeface="Arial"/>
              </a:rPr>
              <a:t>FAKE</a:t>
            </a:r>
            <a:endParaRPr sz="8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2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grpSp>
        <p:nvGrpSpPr>
          <p:cNvPr id="348" name="Google Shape;348;p42"/>
          <p:cNvGrpSpPr/>
          <p:nvPr/>
        </p:nvGrpSpPr>
        <p:grpSpPr>
          <a:xfrm>
            <a:off x="4188771" y="1499600"/>
            <a:ext cx="324300" cy="1072150"/>
            <a:chOff x="8278241" y="2502000"/>
            <a:chExt cx="324300" cy="1072150"/>
          </a:xfrm>
        </p:grpSpPr>
        <p:sp>
          <p:nvSpPr>
            <p:cNvPr id="349" name="Google Shape;349;p42"/>
            <p:cNvSpPr/>
            <p:nvPr/>
          </p:nvSpPr>
          <p:spPr>
            <a:xfrm>
              <a:off x="8278241" y="2502000"/>
              <a:ext cx="324300" cy="2805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42"/>
            <p:cNvSpPr/>
            <p:nvPr/>
          </p:nvSpPr>
          <p:spPr>
            <a:xfrm>
              <a:off x="8278241" y="2897825"/>
              <a:ext cx="324300" cy="2805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42"/>
            <p:cNvSpPr/>
            <p:nvPr/>
          </p:nvSpPr>
          <p:spPr>
            <a:xfrm>
              <a:off x="8278241" y="3293650"/>
              <a:ext cx="324300" cy="2805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2" name="Google Shape;352;p42"/>
          <p:cNvSpPr/>
          <p:nvPr/>
        </p:nvSpPr>
        <p:spPr>
          <a:xfrm>
            <a:off x="7573750" y="828775"/>
            <a:ext cx="507300" cy="50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3" name="Google Shape;353;p42"/>
          <p:cNvGrpSpPr/>
          <p:nvPr/>
        </p:nvGrpSpPr>
        <p:grpSpPr>
          <a:xfrm>
            <a:off x="3938206" y="3825218"/>
            <a:ext cx="574985" cy="507291"/>
            <a:chOff x="6107475" y="4573475"/>
            <a:chExt cx="594300" cy="501771"/>
          </a:xfrm>
        </p:grpSpPr>
        <p:sp>
          <p:nvSpPr>
            <p:cNvPr id="354" name="Google Shape;354;p42"/>
            <p:cNvSpPr/>
            <p:nvPr/>
          </p:nvSpPr>
          <p:spPr>
            <a:xfrm>
              <a:off x="6107475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42"/>
            <p:cNvSpPr/>
            <p:nvPr/>
          </p:nvSpPr>
          <p:spPr>
            <a:xfrm>
              <a:off x="6244650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42"/>
            <p:cNvSpPr/>
            <p:nvPr/>
          </p:nvSpPr>
          <p:spPr>
            <a:xfrm>
              <a:off x="6381825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42"/>
            <p:cNvSpPr/>
            <p:nvPr/>
          </p:nvSpPr>
          <p:spPr>
            <a:xfrm>
              <a:off x="6519000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42"/>
            <p:cNvSpPr/>
            <p:nvPr/>
          </p:nvSpPr>
          <p:spPr>
            <a:xfrm>
              <a:off x="6656175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42"/>
            <p:cNvSpPr/>
            <p:nvPr/>
          </p:nvSpPr>
          <p:spPr>
            <a:xfrm>
              <a:off x="6107475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42"/>
            <p:cNvSpPr/>
            <p:nvPr/>
          </p:nvSpPr>
          <p:spPr>
            <a:xfrm>
              <a:off x="6244650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42"/>
            <p:cNvSpPr/>
            <p:nvPr/>
          </p:nvSpPr>
          <p:spPr>
            <a:xfrm>
              <a:off x="6381825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42"/>
            <p:cNvSpPr/>
            <p:nvPr/>
          </p:nvSpPr>
          <p:spPr>
            <a:xfrm>
              <a:off x="6519000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42"/>
            <p:cNvSpPr/>
            <p:nvPr/>
          </p:nvSpPr>
          <p:spPr>
            <a:xfrm>
              <a:off x="6656175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42"/>
            <p:cNvSpPr/>
            <p:nvPr/>
          </p:nvSpPr>
          <p:spPr>
            <a:xfrm>
              <a:off x="6107475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42"/>
            <p:cNvSpPr/>
            <p:nvPr/>
          </p:nvSpPr>
          <p:spPr>
            <a:xfrm>
              <a:off x="6244650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42"/>
            <p:cNvSpPr/>
            <p:nvPr/>
          </p:nvSpPr>
          <p:spPr>
            <a:xfrm>
              <a:off x="6381825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42"/>
            <p:cNvSpPr/>
            <p:nvPr/>
          </p:nvSpPr>
          <p:spPr>
            <a:xfrm>
              <a:off x="6519000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42"/>
            <p:cNvSpPr/>
            <p:nvPr/>
          </p:nvSpPr>
          <p:spPr>
            <a:xfrm>
              <a:off x="6656175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42"/>
            <p:cNvSpPr/>
            <p:nvPr/>
          </p:nvSpPr>
          <p:spPr>
            <a:xfrm>
              <a:off x="6107475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42"/>
            <p:cNvSpPr/>
            <p:nvPr/>
          </p:nvSpPr>
          <p:spPr>
            <a:xfrm>
              <a:off x="6244650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42"/>
            <p:cNvSpPr/>
            <p:nvPr/>
          </p:nvSpPr>
          <p:spPr>
            <a:xfrm>
              <a:off x="6381825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42"/>
            <p:cNvSpPr/>
            <p:nvPr/>
          </p:nvSpPr>
          <p:spPr>
            <a:xfrm>
              <a:off x="6519000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42"/>
            <p:cNvSpPr/>
            <p:nvPr/>
          </p:nvSpPr>
          <p:spPr>
            <a:xfrm>
              <a:off x="6656175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42"/>
            <p:cNvSpPr/>
            <p:nvPr/>
          </p:nvSpPr>
          <p:spPr>
            <a:xfrm>
              <a:off x="6107475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42"/>
            <p:cNvSpPr/>
            <p:nvPr/>
          </p:nvSpPr>
          <p:spPr>
            <a:xfrm>
              <a:off x="6244650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42"/>
            <p:cNvSpPr/>
            <p:nvPr/>
          </p:nvSpPr>
          <p:spPr>
            <a:xfrm>
              <a:off x="6381825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42"/>
            <p:cNvSpPr/>
            <p:nvPr/>
          </p:nvSpPr>
          <p:spPr>
            <a:xfrm>
              <a:off x="6519000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42"/>
            <p:cNvSpPr/>
            <p:nvPr/>
          </p:nvSpPr>
          <p:spPr>
            <a:xfrm>
              <a:off x="6656175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79" name="Google Shape;379;p42"/>
          <p:cNvCxnSpPr/>
          <p:nvPr/>
        </p:nvCxnSpPr>
        <p:spPr>
          <a:xfrm rot="10800000" flipH="1">
            <a:off x="538950" y="2023950"/>
            <a:ext cx="946200" cy="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0" name="Google Shape;380;p42"/>
          <p:cNvCxnSpPr/>
          <p:nvPr/>
        </p:nvCxnSpPr>
        <p:spPr>
          <a:xfrm rot="10800000" flipH="1">
            <a:off x="2257663" y="1991566"/>
            <a:ext cx="918300" cy="1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420;p43">
            <a:extLst>
              <a:ext uri="{FF2B5EF4-FFF2-40B4-BE49-F238E27FC236}">
                <a16:creationId xmlns:a16="http://schemas.microsoft.com/office/drawing/2014/main" id="{E5D13BB0-1833-A262-009F-5B6116552AAB}"/>
              </a:ext>
            </a:extLst>
          </p:cNvPr>
          <p:cNvSpPr/>
          <p:nvPr/>
        </p:nvSpPr>
        <p:spPr>
          <a:xfrm>
            <a:off x="8384250" y="4729475"/>
            <a:ext cx="605100" cy="35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F2AAABB9-65C1-752A-645A-8ED5AAE26AA1}"/>
              </a:ext>
            </a:extLst>
          </p:cNvPr>
          <p:cNvSpPr txBox="1"/>
          <p:nvPr/>
        </p:nvSpPr>
        <p:spPr>
          <a:xfrm>
            <a:off x="822698" y="3698421"/>
            <a:ext cx="1894114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dirty="0"/>
              <a:t>טל מיצמכר</a:t>
            </a:r>
          </a:p>
          <a:p>
            <a:pPr algn="ctr" rtl="1"/>
            <a:r>
              <a:rPr lang="he-IL" dirty="0"/>
              <a:t>עמית מיצמכר</a:t>
            </a:r>
          </a:p>
          <a:p>
            <a:pPr algn="ctr" rtl="1"/>
            <a:r>
              <a:rPr lang="he-IL" dirty="0"/>
              <a:t>דני איסרליס</a:t>
            </a:r>
          </a:p>
          <a:p>
            <a:pPr algn="ctr" rtl="1"/>
            <a:endParaRPr lang="he-IL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3"/>
          <p:cNvSpPr/>
          <p:nvPr/>
        </p:nvSpPr>
        <p:spPr>
          <a:xfrm>
            <a:off x="778366" y="457200"/>
            <a:ext cx="3656700" cy="276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386" name="Google Shape;386;p43"/>
          <p:cNvCxnSpPr>
            <a:cxnSpLocks/>
          </p:cNvCxnSpPr>
          <p:nvPr/>
        </p:nvCxnSpPr>
        <p:spPr>
          <a:xfrm>
            <a:off x="4435066" y="671468"/>
            <a:ext cx="425033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7" name="Google Shape;387;p43"/>
          <p:cNvSpPr txBox="1">
            <a:spLocks noGrp="1"/>
          </p:cNvSpPr>
          <p:nvPr>
            <p:ph type="title"/>
          </p:nvPr>
        </p:nvSpPr>
        <p:spPr>
          <a:xfrm>
            <a:off x="889191" y="457200"/>
            <a:ext cx="3435000" cy="18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5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Motivating</a:t>
            </a:r>
            <a:endParaRPr sz="395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5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endParaRPr sz="395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5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Project Definition</a:t>
            </a:r>
            <a:endParaRPr sz="395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43"/>
          <p:cNvSpPr txBox="1">
            <a:spLocks noGrp="1"/>
          </p:cNvSpPr>
          <p:nvPr>
            <p:ph type="body" idx="2"/>
          </p:nvPr>
        </p:nvSpPr>
        <p:spPr>
          <a:xfrm>
            <a:off x="4452708" y="639260"/>
            <a:ext cx="4255087" cy="28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latin typeface="Arial"/>
                <a:ea typeface="Arial"/>
                <a:cs typeface="Arial"/>
                <a:sym typeface="Arial"/>
              </a:rPr>
              <a:t>הבעיה</a:t>
            </a:r>
            <a:r>
              <a:rPr lang="he-IL" sz="1700" b="1" dirty="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15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זיהוי זיופים ברמה גבוהה.</a:t>
            </a:r>
            <a:endParaRPr sz="1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latin typeface="Arial"/>
                <a:ea typeface="Arial"/>
                <a:cs typeface="Arial"/>
                <a:sym typeface="Arial"/>
              </a:rPr>
              <a:t>האתגר:</a:t>
            </a:r>
            <a:r>
              <a:rPr lang="he-IL" sz="17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מחסור בנתונים של זיופים מתועדים.</a:t>
            </a:r>
            <a:endParaRPr sz="1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latin typeface="Arial"/>
                <a:ea typeface="Arial"/>
                <a:cs typeface="Arial"/>
                <a:sym typeface="Arial"/>
              </a:rPr>
              <a:t>מטרת הפרויקט:</a:t>
            </a:r>
            <a:endParaRPr lang="he-IL" sz="17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פיתוח Generative Data Pipeline</a:t>
            </a:r>
            <a:r>
              <a:rPr lang="he-IL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ליצירת דאטה-סט סינתטי של זיופים לצורך אימון מודל סיווג (RestNet18</a:t>
            </a:r>
            <a:r>
              <a:rPr lang="en-US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latin typeface="Arial"/>
                <a:ea typeface="Arial"/>
                <a:cs typeface="Arial"/>
                <a:sym typeface="Arial"/>
              </a:rPr>
              <a:t>הגדרת משימה</a:t>
            </a:r>
            <a:r>
              <a:rPr lang="he-IL" sz="1700" b="1" dirty="0">
                <a:latin typeface="Arial"/>
                <a:ea typeface="Arial"/>
                <a:cs typeface="Arial"/>
                <a:sym typeface="Arial"/>
              </a:rPr>
              <a:t>:</a:t>
            </a:r>
            <a:endParaRPr lang="en" sz="15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המודל מקבל תמונה של נע</a:t>
            </a:r>
            <a:r>
              <a:rPr lang="he-IL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ל,</a:t>
            </a:r>
            <a:r>
              <a:rPr lang="en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מתמקד באזור הלוגו ומבצע סיווג בינארי</a:t>
            </a:r>
            <a:r>
              <a:rPr lang="en" sz="1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000" dirty="0"/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sz="1000" dirty="0"/>
          </a:p>
        </p:txBody>
      </p:sp>
      <p:grpSp>
        <p:nvGrpSpPr>
          <p:cNvPr id="416" name="Google Shape;416;p43"/>
          <p:cNvGrpSpPr/>
          <p:nvPr/>
        </p:nvGrpSpPr>
        <p:grpSpPr>
          <a:xfrm>
            <a:off x="341312" y="1384802"/>
            <a:ext cx="324300" cy="1072150"/>
            <a:chOff x="8278241" y="2502000"/>
            <a:chExt cx="324300" cy="1072150"/>
          </a:xfrm>
        </p:grpSpPr>
        <p:sp>
          <p:nvSpPr>
            <p:cNvPr id="417" name="Google Shape;417;p43"/>
            <p:cNvSpPr/>
            <p:nvPr/>
          </p:nvSpPr>
          <p:spPr>
            <a:xfrm>
              <a:off x="8278241" y="2502000"/>
              <a:ext cx="324300" cy="2805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43"/>
            <p:cNvSpPr/>
            <p:nvPr/>
          </p:nvSpPr>
          <p:spPr>
            <a:xfrm>
              <a:off x="8278241" y="2897825"/>
              <a:ext cx="324300" cy="2805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3"/>
            <p:cNvSpPr/>
            <p:nvPr/>
          </p:nvSpPr>
          <p:spPr>
            <a:xfrm>
              <a:off x="8278241" y="3293650"/>
              <a:ext cx="324300" cy="2805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0" name="Google Shape;420;p43"/>
          <p:cNvSpPr/>
          <p:nvPr/>
        </p:nvSpPr>
        <p:spPr>
          <a:xfrm>
            <a:off x="8382851" y="4701533"/>
            <a:ext cx="605100" cy="35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pic>
        <p:nvPicPr>
          <p:cNvPr id="421" name="Google Shape;421;p43" title="Adidas2_fake_2_fake_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7489" y="4037935"/>
            <a:ext cx="1298215" cy="10251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22" name="Google Shape;422;p43" title="Adidas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0035" y="4031855"/>
            <a:ext cx="1337290" cy="10251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23" name="Google Shape;423;p43"/>
          <p:cNvPicPr preferRelativeResize="0"/>
          <p:nvPr/>
        </p:nvPicPr>
        <p:blipFill rotWithShape="1">
          <a:blip r:embed="rId5">
            <a:alphaModFix/>
          </a:blip>
          <a:srcRect t="11331" r="3781"/>
          <a:stretch/>
        </p:blipFill>
        <p:spPr>
          <a:xfrm>
            <a:off x="889191" y="4031855"/>
            <a:ext cx="1541153" cy="10251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424" name="Google Shape;424;p43"/>
          <p:cNvSpPr/>
          <p:nvPr/>
        </p:nvSpPr>
        <p:spPr>
          <a:xfrm>
            <a:off x="2813072" y="4357950"/>
            <a:ext cx="594300" cy="21120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425" name="Google Shape;425;p43"/>
          <p:cNvSpPr/>
          <p:nvPr/>
        </p:nvSpPr>
        <p:spPr>
          <a:xfrm>
            <a:off x="5394397" y="4373299"/>
            <a:ext cx="594300" cy="21120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426" name="Google Shape;426;p43"/>
          <p:cNvSpPr txBox="1"/>
          <p:nvPr/>
        </p:nvSpPr>
        <p:spPr>
          <a:xfrm>
            <a:off x="2693007" y="4073838"/>
            <a:ext cx="718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חיתוך לוגו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427" name="Google Shape;427;p43"/>
          <p:cNvSpPr txBox="1"/>
          <p:nvPr/>
        </p:nvSpPr>
        <p:spPr>
          <a:xfrm>
            <a:off x="5435307" y="4082013"/>
            <a:ext cx="3942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</a:rPr>
              <a:t>זיוף</a:t>
            </a:r>
            <a:endParaRPr sz="10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4"/>
          <p:cNvSpPr/>
          <p:nvPr/>
        </p:nvSpPr>
        <p:spPr>
          <a:xfrm>
            <a:off x="316925" y="2138100"/>
            <a:ext cx="2748000" cy="2331600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433" name="Google Shape;433;p44"/>
          <p:cNvSpPr/>
          <p:nvPr/>
        </p:nvSpPr>
        <p:spPr>
          <a:xfrm>
            <a:off x="3198000" y="2138100"/>
            <a:ext cx="2748000" cy="2331600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434" name="Google Shape;434;p44"/>
          <p:cNvSpPr/>
          <p:nvPr/>
        </p:nvSpPr>
        <p:spPr>
          <a:xfrm>
            <a:off x="6079075" y="2144975"/>
            <a:ext cx="2748000" cy="2331600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435" name="Google Shape;435;p44"/>
          <p:cNvSpPr txBox="1">
            <a:spLocks noGrp="1"/>
          </p:cNvSpPr>
          <p:nvPr>
            <p:ph type="title"/>
          </p:nvPr>
        </p:nvSpPr>
        <p:spPr>
          <a:xfrm>
            <a:off x="-150807" y="501324"/>
            <a:ext cx="8977800" cy="132520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b="1" dirty="0">
                <a:latin typeface="Arial"/>
                <a:ea typeface="Arial"/>
                <a:cs typeface="Arial"/>
                <a:sym typeface="Arial"/>
              </a:rPr>
              <a:t>סקירת מודלים</a:t>
            </a:r>
            <a:r>
              <a:rPr lang="he-IL" sz="5400" b="1" dirty="0"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5400" b="1" dirty="0">
                <a:latin typeface="Arial"/>
                <a:ea typeface="Arial"/>
                <a:cs typeface="Arial"/>
                <a:sym typeface="Arial"/>
              </a:rPr>
              <a:t> נתונים ומדדים</a:t>
            </a:r>
            <a:endParaRPr sz="4000" b="1" dirty="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6" name="Google Shape;436;p44"/>
          <p:cNvSpPr txBox="1">
            <a:spLocks noGrp="1"/>
          </p:cNvSpPr>
          <p:nvPr>
            <p:ph type="subTitle" idx="1"/>
          </p:nvPr>
        </p:nvSpPr>
        <p:spPr>
          <a:xfrm>
            <a:off x="931607" y="2120714"/>
            <a:ext cx="1521300" cy="6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400"/>
              </a:spcAft>
              <a:buNone/>
            </a:pPr>
            <a:r>
              <a:rPr lang="en" sz="3000" b="1" dirty="0">
                <a:latin typeface="Arial"/>
                <a:ea typeface="Arial"/>
                <a:cs typeface="Arial"/>
                <a:sym typeface="Arial"/>
              </a:rPr>
              <a:t>מודלים</a:t>
            </a:r>
            <a:endParaRPr sz="2500" dirty="0"/>
          </a:p>
        </p:txBody>
      </p:sp>
      <p:sp>
        <p:nvSpPr>
          <p:cNvPr id="437" name="Google Shape;437;p44"/>
          <p:cNvSpPr txBox="1">
            <a:spLocks noGrp="1"/>
          </p:cNvSpPr>
          <p:nvPr>
            <p:ph type="body" idx="2"/>
          </p:nvPr>
        </p:nvSpPr>
        <p:spPr>
          <a:xfrm>
            <a:off x="419247" y="2741850"/>
            <a:ext cx="2493000" cy="17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latin typeface="Arial"/>
                <a:ea typeface="Arial"/>
                <a:cs typeface="Arial"/>
                <a:sym typeface="Arial"/>
              </a:rPr>
              <a:t>Stable Diffusion XL</a:t>
            </a:r>
            <a:endParaRPr sz="19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לייצור נתונים Image To Image</a:t>
            </a:r>
            <a:endParaRPr lang="he-IL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latin typeface="Arial"/>
                <a:ea typeface="Arial"/>
                <a:cs typeface="Arial"/>
                <a:sym typeface="Arial"/>
              </a:rPr>
              <a:t>RestNet18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משמש כמסווג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spcBef>
                <a:spcPts val="0"/>
              </a:spcBef>
              <a:spcAft>
                <a:spcPts val="500"/>
              </a:spcAft>
              <a:buNone/>
            </a:pPr>
            <a:endParaRPr sz="1500" dirty="0"/>
          </a:p>
        </p:txBody>
      </p:sp>
      <p:sp>
        <p:nvSpPr>
          <p:cNvPr id="438" name="Google Shape;438;p44"/>
          <p:cNvSpPr txBox="1">
            <a:spLocks noGrp="1"/>
          </p:cNvSpPr>
          <p:nvPr>
            <p:ph type="subTitle" idx="3"/>
          </p:nvPr>
        </p:nvSpPr>
        <p:spPr>
          <a:xfrm>
            <a:off x="3743539" y="2126151"/>
            <a:ext cx="1337100" cy="4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400"/>
              </a:spcAft>
              <a:buNone/>
            </a:pPr>
            <a:r>
              <a:rPr lang="en" sz="3000" b="1" dirty="0">
                <a:latin typeface="Arial"/>
                <a:ea typeface="Arial"/>
                <a:cs typeface="Arial"/>
                <a:sym typeface="Arial"/>
              </a:rPr>
              <a:t>דאטה</a:t>
            </a:r>
            <a:endParaRPr sz="30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44"/>
          <p:cNvSpPr txBox="1">
            <a:spLocks noGrp="1"/>
          </p:cNvSpPr>
          <p:nvPr>
            <p:ph type="body" idx="4"/>
          </p:nvPr>
        </p:nvSpPr>
        <p:spPr>
          <a:xfrm>
            <a:off x="3197914" y="2756763"/>
            <a:ext cx="2717400" cy="17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Aft>
                <a:spcPts val="500"/>
              </a:spcAft>
              <a:buNone/>
            </a:pP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שילוב של </a:t>
            </a:r>
            <a:r>
              <a:rPr lang="he-IL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2160</a:t>
            </a: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he-IL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וריאציות של </a:t>
            </a: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תמונות מקוריות עם </a:t>
            </a:r>
            <a:r>
              <a:rPr lang="he-IL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2700</a:t>
            </a: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וריאציות סינתטיות</a:t>
            </a:r>
            <a:endParaRPr sz="1400" dirty="0"/>
          </a:p>
        </p:txBody>
      </p:sp>
      <p:sp>
        <p:nvSpPr>
          <p:cNvPr id="440" name="Google Shape;440;p44"/>
          <p:cNvSpPr txBox="1">
            <a:spLocks noGrp="1"/>
          </p:cNvSpPr>
          <p:nvPr>
            <p:ph type="subTitle" idx="5"/>
          </p:nvPr>
        </p:nvSpPr>
        <p:spPr>
          <a:xfrm>
            <a:off x="6824763" y="2103300"/>
            <a:ext cx="1225200" cy="6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400"/>
              </a:spcAft>
              <a:buNone/>
            </a:pPr>
            <a:r>
              <a:rPr lang="en" sz="3000" b="1">
                <a:latin typeface="Arial"/>
                <a:ea typeface="Arial"/>
                <a:cs typeface="Arial"/>
                <a:sym typeface="Arial"/>
              </a:rPr>
              <a:t>מדדים</a:t>
            </a:r>
            <a:endParaRPr sz="3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44"/>
          <p:cNvSpPr txBox="1">
            <a:spLocks noGrp="1"/>
          </p:cNvSpPr>
          <p:nvPr>
            <p:ph type="body" idx="6"/>
          </p:nvPr>
        </p:nvSpPr>
        <p:spPr>
          <a:xfrm>
            <a:off x="6083625" y="2761936"/>
            <a:ext cx="2717400" cy="17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500"/>
              </a:spcAft>
              <a:buNone/>
            </a:pP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הערכה לפיF1-Score, Accurancy וביצועי Inference Confidence</a:t>
            </a:r>
            <a:endParaRPr sz="600" dirty="0"/>
          </a:p>
        </p:txBody>
      </p:sp>
      <p:sp>
        <p:nvSpPr>
          <p:cNvPr id="442" name="Google Shape;442;p44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cxnSp>
        <p:nvCxnSpPr>
          <p:cNvPr id="443" name="Google Shape;443;p44"/>
          <p:cNvCxnSpPr/>
          <p:nvPr/>
        </p:nvCxnSpPr>
        <p:spPr>
          <a:xfrm>
            <a:off x="355849" y="4606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4" name="Google Shape;444;p44"/>
          <p:cNvCxnSpPr/>
          <p:nvPr/>
        </p:nvCxnSpPr>
        <p:spPr>
          <a:xfrm>
            <a:off x="342977" y="1872174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5" name="Google Shape;445;p44"/>
          <p:cNvCxnSpPr/>
          <p:nvPr/>
        </p:nvCxnSpPr>
        <p:spPr>
          <a:xfrm>
            <a:off x="342977" y="4748607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6" name="Google Shape;446;p44"/>
          <p:cNvSpPr/>
          <p:nvPr/>
        </p:nvSpPr>
        <p:spPr>
          <a:xfrm>
            <a:off x="8384250" y="4729475"/>
            <a:ext cx="605100" cy="35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5"/>
          <p:cNvSpPr/>
          <p:nvPr/>
        </p:nvSpPr>
        <p:spPr>
          <a:xfrm>
            <a:off x="1113100" y="457200"/>
            <a:ext cx="3656700" cy="36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452" name="Google Shape;452;p45"/>
          <p:cNvSpPr txBox="1">
            <a:spLocks noGrp="1"/>
          </p:cNvSpPr>
          <p:nvPr>
            <p:ph type="body" idx="2"/>
          </p:nvPr>
        </p:nvSpPr>
        <p:spPr>
          <a:xfrm>
            <a:off x="4623486" y="426219"/>
            <a:ext cx="4039375" cy="10691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Arial"/>
                <a:ea typeface="Arial"/>
                <a:cs typeface="Arial"/>
                <a:sym typeface="Arial"/>
              </a:rPr>
              <a:t>מה השגנו?</a:t>
            </a:r>
            <a:endParaRPr sz="20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פיתחנו pipeline</a:t>
            </a:r>
            <a:r>
              <a:rPr lang="he-IL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</a:p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החל מיצירת "זיופים אינטליגנטיים</a:t>
            </a:r>
            <a:r>
              <a:rPr lang="he-IL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ועד למודל המסוגל להבחין ביניהם ברמת וודאות גבוהה.</a:t>
            </a:r>
            <a:endParaRPr sz="1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endParaRPr sz="1500" dirty="0"/>
          </a:p>
        </p:txBody>
      </p:sp>
      <p:sp>
        <p:nvSpPr>
          <p:cNvPr id="453" name="Google Shape;453;p45"/>
          <p:cNvSpPr txBox="1">
            <a:spLocks noGrp="1"/>
          </p:cNvSpPr>
          <p:nvPr>
            <p:ph type="body" idx="4"/>
          </p:nvPr>
        </p:nvSpPr>
        <p:spPr>
          <a:xfrm>
            <a:off x="4990067" y="1686514"/>
            <a:ext cx="3748200" cy="20065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Arial"/>
                <a:ea typeface="Arial"/>
                <a:cs typeface="Arial"/>
                <a:sym typeface="Arial"/>
              </a:rPr>
              <a:t>החידוש</a:t>
            </a:r>
            <a:r>
              <a:rPr lang="he-IL" sz="2000" b="1" dirty="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2000" b="1" dirty="0">
                <a:latin typeface="Arial"/>
                <a:ea typeface="Arial"/>
                <a:cs typeface="Arial"/>
                <a:sym typeface="Arial"/>
              </a:rPr>
              <a:t> דאטה סינתטי</a:t>
            </a:r>
            <a:endParaRPr sz="20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המערכת שלנו מייצרת וריאציות שמשנות את </a:t>
            </a:r>
            <a:r>
              <a:rPr lang="he-IL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הלוגו</a:t>
            </a:r>
            <a:r>
              <a:rPr lang="en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מבלי לפגוע בריאליזם שלה.</a:t>
            </a:r>
            <a:r>
              <a:rPr lang="he-IL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במקום לשנות את זווית הצילו</a:t>
            </a:r>
            <a:r>
              <a:rPr lang="he-IL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ם,</a:t>
            </a:r>
            <a:r>
              <a:rPr lang="en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המערכת יוצרת זיופים שכוללים טעויות כתיב או שינויים גרפיים תוך שמירה על טקסטורת הלוגו.</a:t>
            </a:r>
            <a:endParaRPr sz="1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endParaRPr sz="1500" dirty="0"/>
          </a:p>
        </p:txBody>
      </p:sp>
      <p:sp>
        <p:nvSpPr>
          <p:cNvPr id="454" name="Google Shape;454;p45"/>
          <p:cNvSpPr txBox="1">
            <a:spLocks noGrp="1"/>
          </p:cNvSpPr>
          <p:nvPr>
            <p:ph type="body" idx="6"/>
          </p:nvPr>
        </p:nvSpPr>
        <p:spPr>
          <a:xfrm>
            <a:off x="4769800" y="3584218"/>
            <a:ext cx="395407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Arial"/>
                <a:ea typeface="Arial"/>
                <a:cs typeface="Arial"/>
                <a:sym typeface="Arial"/>
              </a:rPr>
              <a:t>פרומפטים:</a:t>
            </a:r>
            <a:endParaRPr sz="20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שימוש ב</a:t>
            </a:r>
            <a:r>
              <a:rPr lang="he-IL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prompt</a:t>
            </a:r>
            <a:r>
              <a:rPr lang="he-IL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ייחודים לכל מותג ליצירת זיופים ריאליסטיים שתואמים את ה"טעויות"</a:t>
            </a:r>
            <a:r>
              <a:rPr lang="he-IL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הנפוצות בשוק.</a:t>
            </a:r>
            <a:endParaRPr sz="1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endParaRPr sz="1500" dirty="0"/>
          </a:p>
        </p:txBody>
      </p:sp>
      <p:sp>
        <p:nvSpPr>
          <p:cNvPr id="455" name="Google Shape;455;p45"/>
          <p:cNvSpPr txBox="1">
            <a:spLocks noGrp="1"/>
          </p:cNvSpPr>
          <p:nvPr>
            <p:ph type="title"/>
          </p:nvPr>
        </p:nvSpPr>
        <p:spPr>
          <a:xfrm>
            <a:off x="1223925" y="457200"/>
            <a:ext cx="3435000" cy="18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5350" b="1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הישגים וחידושים</a:t>
            </a:r>
            <a:endParaRPr b="1"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456" name="Google Shape;456;p45"/>
          <p:cNvGrpSpPr/>
          <p:nvPr/>
        </p:nvGrpSpPr>
        <p:grpSpPr>
          <a:xfrm>
            <a:off x="4779476" y="3661032"/>
            <a:ext cx="3915600" cy="322775"/>
            <a:chOff x="4769801" y="3029450"/>
            <a:chExt cx="3915600" cy="322775"/>
          </a:xfrm>
        </p:grpSpPr>
        <p:cxnSp>
          <p:nvCxnSpPr>
            <p:cNvPr id="457" name="Google Shape;457;p45"/>
            <p:cNvCxnSpPr/>
            <p:nvPr/>
          </p:nvCxnSpPr>
          <p:spPr>
            <a:xfrm>
              <a:off x="4769801" y="3029450"/>
              <a:ext cx="391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8" name="Google Shape;458;p45"/>
            <p:cNvSpPr/>
            <p:nvPr/>
          </p:nvSpPr>
          <p:spPr>
            <a:xfrm>
              <a:off x="5048052" y="3219325"/>
              <a:ext cx="132900" cy="13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9" name="Google Shape;459;p45"/>
          <p:cNvGrpSpPr/>
          <p:nvPr/>
        </p:nvGrpSpPr>
        <p:grpSpPr>
          <a:xfrm>
            <a:off x="4779476" y="1687167"/>
            <a:ext cx="3915600" cy="322775"/>
            <a:chOff x="4769801" y="1903525"/>
            <a:chExt cx="3915600" cy="322775"/>
          </a:xfrm>
        </p:grpSpPr>
        <p:sp>
          <p:nvSpPr>
            <p:cNvPr id="460" name="Google Shape;460;p45"/>
            <p:cNvSpPr/>
            <p:nvPr/>
          </p:nvSpPr>
          <p:spPr>
            <a:xfrm>
              <a:off x="5048052" y="2093400"/>
              <a:ext cx="132900" cy="13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61" name="Google Shape;461;p45"/>
            <p:cNvCxnSpPr/>
            <p:nvPr/>
          </p:nvCxnSpPr>
          <p:spPr>
            <a:xfrm>
              <a:off x="4769801" y="1903525"/>
              <a:ext cx="391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62" name="Google Shape;462;p45"/>
          <p:cNvGrpSpPr/>
          <p:nvPr/>
        </p:nvGrpSpPr>
        <p:grpSpPr>
          <a:xfrm>
            <a:off x="4769801" y="467368"/>
            <a:ext cx="3915600" cy="322775"/>
            <a:chOff x="4769801" y="777600"/>
            <a:chExt cx="3915600" cy="322775"/>
          </a:xfrm>
        </p:grpSpPr>
        <p:cxnSp>
          <p:nvCxnSpPr>
            <p:cNvPr id="463" name="Google Shape;463;p45"/>
            <p:cNvCxnSpPr/>
            <p:nvPr/>
          </p:nvCxnSpPr>
          <p:spPr>
            <a:xfrm>
              <a:off x="4769801" y="777600"/>
              <a:ext cx="391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4" name="Google Shape;464;p45"/>
            <p:cNvSpPr/>
            <p:nvPr/>
          </p:nvSpPr>
          <p:spPr>
            <a:xfrm>
              <a:off x="5048052" y="967475"/>
              <a:ext cx="132900" cy="13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5" name="Google Shape;465;p45"/>
          <p:cNvGrpSpPr/>
          <p:nvPr/>
        </p:nvGrpSpPr>
        <p:grpSpPr>
          <a:xfrm>
            <a:off x="3907977" y="3508305"/>
            <a:ext cx="594300" cy="501771"/>
            <a:chOff x="6107475" y="4573475"/>
            <a:chExt cx="594300" cy="501771"/>
          </a:xfrm>
        </p:grpSpPr>
        <p:sp>
          <p:nvSpPr>
            <p:cNvPr id="466" name="Google Shape;466;p45"/>
            <p:cNvSpPr/>
            <p:nvPr/>
          </p:nvSpPr>
          <p:spPr>
            <a:xfrm>
              <a:off x="6107475" y="4573475"/>
              <a:ext cx="45600" cy="45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45"/>
            <p:cNvSpPr/>
            <p:nvPr/>
          </p:nvSpPr>
          <p:spPr>
            <a:xfrm>
              <a:off x="6244650" y="4573475"/>
              <a:ext cx="45600" cy="45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45"/>
            <p:cNvSpPr/>
            <p:nvPr/>
          </p:nvSpPr>
          <p:spPr>
            <a:xfrm>
              <a:off x="6381825" y="4573475"/>
              <a:ext cx="45600" cy="45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45"/>
            <p:cNvSpPr/>
            <p:nvPr/>
          </p:nvSpPr>
          <p:spPr>
            <a:xfrm>
              <a:off x="6519000" y="4573475"/>
              <a:ext cx="45600" cy="45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45"/>
            <p:cNvSpPr/>
            <p:nvPr/>
          </p:nvSpPr>
          <p:spPr>
            <a:xfrm>
              <a:off x="6656175" y="4573475"/>
              <a:ext cx="45600" cy="45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45"/>
            <p:cNvSpPr/>
            <p:nvPr/>
          </p:nvSpPr>
          <p:spPr>
            <a:xfrm>
              <a:off x="6107475" y="4688165"/>
              <a:ext cx="45600" cy="45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45"/>
            <p:cNvSpPr/>
            <p:nvPr/>
          </p:nvSpPr>
          <p:spPr>
            <a:xfrm>
              <a:off x="6244650" y="4688165"/>
              <a:ext cx="45600" cy="45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45"/>
            <p:cNvSpPr/>
            <p:nvPr/>
          </p:nvSpPr>
          <p:spPr>
            <a:xfrm>
              <a:off x="6381825" y="4688165"/>
              <a:ext cx="45600" cy="45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45"/>
            <p:cNvSpPr/>
            <p:nvPr/>
          </p:nvSpPr>
          <p:spPr>
            <a:xfrm>
              <a:off x="6519000" y="4688165"/>
              <a:ext cx="45600" cy="45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45"/>
            <p:cNvSpPr/>
            <p:nvPr/>
          </p:nvSpPr>
          <p:spPr>
            <a:xfrm>
              <a:off x="6656175" y="4688165"/>
              <a:ext cx="45600" cy="45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45"/>
            <p:cNvSpPr/>
            <p:nvPr/>
          </p:nvSpPr>
          <p:spPr>
            <a:xfrm>
              <a:off x="6107475" y="4800267"/>
              <a:ext cx="45600" cy="45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45"/>
            <p:cNvSpPr/>
            <p:nvPr/>
          </p:nvSpPr>
          <p:spPr>
            <a:xfrm>
              <a:off x="6244650" y="4800267"/>
              <a:ext cx="45600" cy="45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45"/>
            <p:cNvSpPr/>
            <p:nvPr/>
          </p:nvSpPr>
          <p:spPr>
            <a:xfrm>
              <a:off x="6381825" y="4800267"/>
              <a:ext cx="45600" cy="45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45"/>
            <p:cNvSpPr/>
            <p:nvPr/>
          </p:nvSpPr>
          <p:spPr>
            <a:xfrm>
              <a:off x="6519000" y="4800267"/>
              <a:ext cx="45600" cy="45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45"/>
            <p:cNvSpPr/>
            <p:nvPr/>
          </p:nvSpPr>
          <p:spPr>
            <a:xfrm>
              <a:off x="6656175" y="4800267"/>
              <a:ext cx="45600" cy="45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45"/>
            <p:cNvSpPr/>
            <p:nvPr/>
          </p:nvSpPr>
          <p:spPr>
            <a:xfrm>
              <a:off x="6107475" y="4914957"/>
              <a:ext cx="45600" cy="45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45"/>
            <p:cNvSpPr/>
            <p:nvPr/>
          </p:nvSpPr>
          <p:spPr>
            <a:xfrm>
              <a:off x="6244650" y="4914957"/>
              <a:ext cx="45600" cy="45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45"/>
            <p:cNvSpPr/>
            <p:nvPr/>
          </p:nvSpPr>
          <p:spPr>
            <a:xfrm>
              <a:off x="6381825" y="4914957"/>
              <a:ext cx="45600" cy="45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45"/>
            <p:cNvSpPr/>
            <p:nvPr/>
          </p:nvSpPr>
          <p:spPr>
            <a:xfrm>
              <a:off x="6519000" y="4914957"/>
              <a:ext cx="45600" cy="45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45"/>
            <p:cNvSpPr/>
            <p:nvPr/>
          </p:nvSpPr>
          <p:spPr>
            <a:xfrm>
              <a:off x="6656175" y="4914957"/>
              <a:ext cx="45600" cy="45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45"/>
            <p:cNvSpPr/>
            <p:nvPr/>
          </p:nvSpPr>
          <p:spPr>
            <a:xfrm>
              <a:off x="6107475" y="5029646"/>
              <a:ext cx="45600" cy="45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45"/>
            <p:cNvSpPr/>
            <p:nvPr/>
          </p:nvSpPr>
          <p:spPr>
            <a:xfrm>
              <a:off x="6244650" y="5029646"/>
              <a:ext cx="45600" cy="45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45"/>
            <p:cNvSpPr/>
            <p:nvPr/>
          </p:nvSpPr>
          <p:spPr>
            <a:xfrm>
              <a:off x="6381825" y="5029646"/>
              <a:ext cx="45600" cy="45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45"/>
            <p:cNvSpPr/>
            <p:nvPr/>
          </p:nvSpPr>
          <p:spPr>
            <a:xfrm>
              <a:off x="6519000" y="5029646"/>
              <a:ext cx="45600" cy="45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45"/>
            <p:cNvSpPr/>
            <p:nvPr/>
          </p:nvSpPr>
          <p:spPr>
            <a:xfrm>
              <a:off x="6656175" y="5029646"/>
              <a:ext cx="45600" cy="45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oogle Shape;491;p45"/>
          <p:cNvGrpSpPr/>
          <p:nvPr/>
        </p:nvGrpSpPr>
        <p:grpSpPr>
          <a:xfrm>
            <a:off x="695434" y="1382336"/>
            <a:ext cx="324300" cy="1072150"/>
            <a:chOff x="296684" y="2879911"/>
            <a:chExt cx="324300" cy="1072150"/>
          </a:xfrm>
        </p:grpSpPr>
        <p:sp>
          <p:nvSpPr>
            <p:cNvPr id="492" name="Google Shape;492;p45"/>
            <p:cNvSpPr/>
            <p:nvPr/>
          </p:nvSpPr>
          <p:spPr>
            <a:xfrm>
              <a:off x="296684" y="2879911"/>
              <a:ext cx="324300" cy="2805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93" name="Google Shape;493;p45"/>
            <p:cNvSpPr/>
            <p:nvPr/>
          </p:nvSpPr>
          <p:spPr>
            <a:xfrm>
              <a:off x="296684" y="3671561"/>
              <a:ext cx="324300" cy="2805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94" name="Google Shape;494;p45"/>
            <p:cNvSpPr/>
            <p:nvPr/>
          </p:nvSpPr>
          <p:spPr>
            <a:xfrm>
              <a:off x="296684" y="3275736"/>
              <a:ext cx="324300" cy="2805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495" name="Google Shape;495;p45" title="Converse2_fake_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425" y="2551763"/>
            <a:ext cx="2414849" cy="241484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96" name="Google Shape;496;p45"/>
          <p:cNvSpPr/>
          <p:nvPr/>
        </p:nvSpPr>
        <p:spPr>
          <a:xfrm>
            <a:off x="8624521" y="4699901"/>
            <a:ext cx="415200" cy="32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497" name="Google Shape;497;p45"/>
          <p:cNvSpPr/>
          <p:nvPr/>
        </p:nvSpPr>
        <p:spPr>
          <a:xfrm>
            <a:off x="4937200" y="584594"/>
            <a:ext cx="605100" cy="35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498" name="Google Shape;498;p45"/>
          <p:cNvSpPr/>
          <p:nvPr/>
        </p:nvSpPr>
        <p:spPr>
          <a:xfrm>
            <a:off x="4821627" y="1807043"/>
            <a:ext cx="605100" cy="35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499" name="Google Shape;499;p45"/>
          <p:cNvSpPr/>
          <p:nvPr/>
        </p:nvSpPr>
        <p:spPr>
          <a:xfrm>
            <a:off x="4937200" y="3676049"/>
            <a:ext cx="605100" cy="35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6"/>
          <p:cNvSpPr txBox="1">
            <a:spLocks noGrp="1"/>
          </p:cNvSpPr>
          <p:nvPr>
            <p:ph type="title"/>
          </p:nvPr>
        </p:nvSpPr>
        <p:spPr>
          <a:xfrm>
            <a:off x="342900" y="114308"/>
            <a:ext cx="8343900" cy="9889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5550" b="1" dirty="0">
                <a:latin typeface="Arial"/>
                <a:ea typeface="Arial"/>
                <a:cs typeface="Arial"/>
                <a:sym typeface="Arial"/>
              </a:rPr>
              <a:t>שיטת העבודה</a:t>
            </a:r>
            <a:endParaRPr sz="4400" b="1" dirty="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505" name="Google Shape;505;p46"/>
          <p:cNvGrpSpPr/>
          <p:nvPr/>
        </p:nvGrpSpPr>
        <p:grpSpPr>
          <a:xfrm>
            <a:off x="342899" y="1010994"/>
            <a:ext cx="8284728" cy="454034"/>
            <a:chOff x="342977" y="460693"/>
            <a:chExt cx="5825700" cy="319270"/>
          </a:xfrm>
        </p:grpSpPr>
        <p:cxnSp>
          <p:nvCxnSpPr>
            <p:cNvPr id="506" name="Google Shape;506;p46"/>
            <p:cNvCxnSpPr/>
            <p:nvPr/>
          </p:nvCxnSpPr>
          <p:spPr>
            <a:xfrm>
              <a:off x="342977" y="460693"/>
              <a:ext cx="582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07" name="Google Shape;507;p46"/>
            <p:cNvSpPr/>
            <p:nvPr/>
          </p:nvSpPr>
          <p:spPr>
            <a:xfrm>
              <a:off x="453727" y="647063"/>
              <a:ext cx="132900" cy="13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30025" tIns="130025" rIns="130025" bIns="1300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90"/>
            </a:p>
          </p:txBody>
        </p:sp>
      </p:grpSp>
      <p:sp>
        <p:nvSpPr>
          <p:cNvPr id="508" name="Google Shape;508;p46"/>
          <p:cNvSpPr txBox="1"/>
          <p:nvPr/>
        </p:nvSpPr>
        <p:spPr>
          <a:xfrm>
            <a:off x="257602" y="888998"/>
            <a:ext cx="8370025" cy="14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</a:rPr>
              <a:t>זיופים סינתטים:</a:t>
            </a:r>
            <a:r>
              <a:rPr lang="en" sz="1500" b="1" dirty="0"/>
              <a:t> </a:t>
            </a:r>
            <a:endParaRPr sz="1500" b="1" dirty="0"/>
          </a:p>
          <a:p>
            <a:pPr marL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/>
              <a:t>שימוש ב</a:t>
            </a:r>
            <a:r>
              <a:rPr lang="he-IL" sz="1500" dirty="0"/>
              <a:t>-</a:t>
            </a:r>
            <a:r>
              <a:rPr lang="en" sz="1500" dirty="0"/>
              <a:t>Stable Diffusion Image2Image </a:t>
            </a:r>
            <a:r>
              <a:rPr lang="he-IL" sz="1500" dirty="0"/>
              <a:t> </a:t>
            </a:r>
            <a:r>
              <a:rPr lang="en" sz="1500" dirty="0"/>
              <a:t>עם:</a:t>
            </a:r>
            <a:endParaRPr sz="1500" dirty="0"/>
          </a:p>
          <a:p>
            <a:pPr marL="742950" marR="12700" lvl="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strength</a:t>
            </a:r>
            <a:r>
              <a:rPr lang="he-IL" sz="1500" dirty="0"/>
              <a:t> - </a:t>
            </a:r>
            <a:r>
              <a:rPr lang="he-IL" sz="1500" dirty="0">
                <a:cs typeface="+mn-cs"/>
              </a:rPr>
              <a:t>המדד שקובע כמה המודל יהיה נאמן למקור לעומת כמה חופש יצירתי יהיה לו</a:t>
            </a:r>
          </a:p>
          <a:p>
            <a:pPr marL="742950" marR="12700" lvl="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cs typeface="+mn-cs"/>
              </a:rPr>
              <a:t>guidance</a:t>
            </a:r>
            <a:r>
              <a:rPr lang="he-IL" sz="1500" dirty="0">
                <a:cs typeface="+mn-cs"/>
              </a:rPr>
              <a:t> - </a:t>
            </a:r>
            <a:r>
              <a:rPr lang="he-IL" sz="1500" dirty="0"/>
              <a:t>קובע כמה חזק המודל ינסה להתאים את התמונה לפרומפט</a:t>
            </a:r>
            <a:endParaRPr sz="1500" dirty="0">
              <a:cs typeface="+mn-cs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grpSp>
        <p:nvGrpSpPr>
          <p:cNvPr id="509" name="Google Shape;509;p46"/>
          <p:cNvGrpSpPr/>
          <p:nvPr/>
        </p:nvGrpSpPr>
        <p:grpSpPr>
          <a:xfrm>
            <a:off x="495299" y="3543826"/>
            <a:ext cx="8284728" cy="454034"/>
            <a:chOff x="342977" y="460693"/>
            <a:chExt cx="5825700" cy="319270"/>
          </a:xfrm>
        </p:grpSpPr>
        <p:cxnSp>
          <p:nvCxnSpPr>
            <p:cNvPr id="510" name="Google Shape;510;p46"/>
            <p:cNvCxnSpPr/>
            <p:nvPr/>
          </p:nvCxnSpPr>
          <p:spPr>
            <a:xfrm>
              <a:off x="342977" y="460693"/>
              <a:ext cx="582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11" name="Google Shape;511;p46"/>
            <p:cNvSpPr/>
            <p:nvPr/>
          </p:nvSpPr>
          <p:spPr>
            <a:xfrm>
              <a:off x="453727" y="647063"/>
              <a:ext cx="132900" cy="13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30025" tIns="130025" rIns="130025" bIns="1300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90"/>
            </a:p>
          </p:txBody>
        </p:sp>
      </p:grpSp>
      <p:sp>
        <p:nvSpPr>
          <p:cNvPr id="512" name="Google Shape;512;p46"/>
          <p:cNvSpPr txBox="1"/>
          <p:nvPr/>
        </p:nvSpPr>
        <p:spPr>
          <a:xfrm>
            <a:off x="575275" y="3470899"/>
            <a:ext cx="8096400" cy="13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</a:rPr>
              <a:t>בקרת איכות:</a:t>
            </a:r>
            <a:endParaRPr sz="2000" b="1" dirty="0">
              <a:solidFill>
                <a:schemeClr val="dk1"/>
              </a:solidFill>
            </a:endParaRPr>
          </a:p>
          <a:p>
            <a:pPr marL="457200" marR="12700" lvl="0" indent="-32385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dirty="0"/>
              <a:t>שימוש </a:t>
            </a:r>
            <a:r>
              <a:rPr lang="en" sz="1500" u="sng" dirty="0">
                <a:solidFill>
                  <a:schemeClr val="dk1"/>
                </a:solidFill>
              </a:rPr>
              <a:t>בnegative promt </a:t>
            </a:r>
            <a:r>
              <a:rPr lang="he-IL" sz="1500" dirty="0">
                <a:solidFill>
                  <a:schemeClr val="dk1"/>
                </a:solidFill>
              </a:rPr>
              <a:t> </a:t>
            </a:r>
            <a:r>
              <a:rPr lang="en" sz="1500" dirty="0"/>
              <a:t>למניעת סגנונות מצויירים.</a:t>
            </a:r>
            <a:endParaRPr sz="1500" dirty="0"/>
          </a:p>
          <a:p>
            <a:pPr marL="457200" marR="12700" lvl="0" indent="-32385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dirty="0"/>
              <a:t>שימוש </a:t>
            </a:r>
            <a:r>
              <a:rPr lang="en" sz="1500" u="sng" dirty="0">
                <a:solidFill>
                  <a:schemeClr val="dk1"/>
                </a:solidFill>
              </a:rPr>
              <a:t>בWeighted Loss </a:t>
            </a:r>
            <a:r>
              <a:rPr lang="he-IL" sz="1500" dirty="0">
                <a:solidFill>
                  <a:schemeClr val="dk1"/>
                </a:solidFill>
              </a:rPr>
              <a:t> </a:t>
            </a:r>
            <a:r>
              <a:rPr lang="en" sz="1500" dirty="0"/>
              <a:t>לאיזון בין מעט תמונות מקור להרבה זיופים.</a:t>
            </a:r>
            <a:endParaRPr sz="1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513" name="Google Shape;513;p46"/>
          <p:cNvSpPr/>
          <p:nvPr/>
        </p:nvSpPr>
        <p:spPr>
          <a:xfrm>
            <a:off x="350247" y="1177593"/>
            <a:ext cx="605100" cy="35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514" name="Google Shape;514;p46"/>
          <p:cNvSpPr/>
          <p:nvPr/>
        </p:nvSpPr>
        <p:spPr>
          <a:xfrm>
            <a:off x="495300" y="3470900"/>
            <a:ext cx="605100" cy="35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515" name="Google Shape;515;p46"/>
          <p:cNvSpPr/>
          <p:nvPr/>
        </p:nvSpPr>
        <p:spPr>
          <a:xfrm>
            <a:off x="8384250" y="4729475"/>
            <a:ext cx="605100" cy="35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" name="Google Shape;513;p46">
            <a:extLst>
              <a:ext uri="{FF2B5EF4-FFF2-40B4-BE49-F238E27FC236}">
                <a16:creationId xmlns:a16="http://schemas.microsoft.com/office/drawing/2014/main" id="{08F1DB9B-9E99-1F48-63E8-6C8ACE8544A5}"/>
              </a:ext>
            </a:extLst>
          </p:cNvPr>
          <p:cNvSpPr/>
          <p:nvPr/>
        </p:nvSpPr>
        <p:spPr>
          <a:xfrm>
            <a:off x="520664" y="3750556"/>
            <a:ext cx="605100" cy="35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4" name="Google Shape;434;p44">
            <a:extLst>
              <a:ext uri="{FF2B5EF4-FFF2-40B4-BE49-F238E27FC236}">
                <a16:creationId xmlns:a16="http://schemas.microsoft.com/office/drawing/2014/main" id="{6778BED2-B504-5DA8-200F-CD98FCE33E67}"/>
              </a:ext>
            </a:extLst>
          </p:cNvPr>
          <p:cNvSpPr/>
          <p:nvPr/>
        </p:nvSpPr>
        <p:spPr>
          <a:xfrm>
            <a:off x="5349203" y="2571750"/>
            <a:ext cx="2748000" cy="865410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5" name="Google Shape;434;p44">
            <a:extLst>
              <a:ext uri="{FF2B5EF4-FFF2-40B4-BE49-F238E27FC236}">
                <a16:creationId xmlns:a16="http://schemas.microsoft.com/office/drawing/2014/main" id="{E5D226D2-012F-CC45-B720-164075D5DD5E}"/>
              </a:ext>
            </a:extLst>
          </p:cNvPr>
          <p:cNvSpPr/>
          <p:nvPr/>
        </p:nvSpPr>
        <p:spPr>
          <a:xfrm>
            <a:off x="2283528" y="2588620"/>
            <a:ext cx="2748000" cy="865410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A8B3382A-14BC-4B8E-D32D-AD7631BFE345}"/>
              </a:ext>
            </a:extLst>
          </p:cNvPr>
          <p:cNvSpPr txBox="1"/>
          <p:nvPr/>
        </p:nvSpPr>
        <p:spPr>
          <a:xfrm>
            <a:off x="6408969" y="2596244"/>
            <a:ext cx="604158" cy="31314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en-US" dirty="0"/>
              <a:t>LOW</a:t>
            </a:r>
            <a:endParaRPr lang="he-IL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3080BDD0-17FE-88EA-6609-99348039474B}"/>
              </a:ext>
            </a:extLst>
          </p:cNvPr>
          <p:cNvSpPr txBox="1"/>
          <p:nvPr/>
        </p:nvSpPr>
        <p:spPr>
          <a:xfrm>
            <a:off x="5603929" y="2903863"/>
            <a:ext cx="2439098" cy="53860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en-US" dirty="0"/>
              <a:t>strength=0.45-0.55</a:t>
            </a:r>
          </a:p>
          <a:p>
            <a:pPr algn="ctr" rtl="1"/>
            <a:r>
              <a:rPr lang="en-US" dirty="0"/>
              <a:t>guidance = 8.0</a:t>
            </a:r>
            <a:endParaRPr lang="he-IL" dirty="0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5B6C4D00-46B6-61F7-34B3-25B6CD2119E0}"/>
              </a:ext>
            </a:extLst>
          </p:cNvPr>
          <p:cNvSpPr txBox="1"/>
          <p:nvPr/>
        </p:nvSpPr>
        <p:spPr>
          <a:xfrm>
            <a:off x="3339195" y="2609852"/>
            <a:ext cx="683080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en-US" dirty="0"/>
              <a:t>HIGH</a:t>
            </a:r>
            <a:endParaRPr lang="he-IL" dirty="0"/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FF21E0EA-5CD3-01AA-A403-922DC55FACD1}"/>
              </a:ext>
            </a:extLst>
          </p:cNvPr>
          <p:cNvSpPr txBox="1"/>
          <p:nvPr/>
        </p:nvSpPr>
        <p:spPr>
          <a:xfrm>
            <a:off x="2441623" y="2901142"/>
            <a:ext cx="2439098" cy="53860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en-US" dirty="0"/>
              <a:t>strength=0.70-0.88</a:t>
            </a:r>
          </a:p>
          <a:p>
            <a:pPr algn="ctr" rtl="1"/>
            <a:r>
              <a:rPr lang="en-US" dirty="0"/>
              <a:t>guidance = 10.0</a:t>
            </a:r>
            <a:endParaRPr lang="he-IL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7"/>
          <p:cNvSpPr txBox="1">
            <a:spLocks noGrp="1"/>
          </p:cNvSpPr>
          <p:nvPr>
            <p:ph type="title"/>
          </p:nvPr>
        </p:nvSpPr>
        <p:spPr>
          <a:xfrm>
            <a:off x="342900" y="264693"/>
            <a:ext cx="8343900" cy="14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5550" b="1" dirty="0">
                <a:latin typeface="Arial"/>
                <a:ea typeface="Arial"/>
                <a:cs typeface="Arial"/>
                <a:sym typeface="Arial"/>
              </a:rPr>
              <a:t>שיטת העבודה</a:t>
            </a:r>
            <a:r>
              <a:rPr lang="he-IL" sz="5550" b="1" dirty="0">
                <a:latin typeface="Arial"/>
                <a:ea typeface="Arial"/>
                <a:cs typeface="Arial"/>
                <a:sym typeface="Arial"/>
              </a:rPr>
              <a:t> -</a:t>
            </a:r>
            <a:r>
              <a:rPr lang="en" sz="5550" b="1" dirty="0">
                <a:latin typeface="Arial"/>
                <a:ea typeface="Arial"/>
                <a:cs typeface="Arial"/>
                <a:sym typeface="Arial"/>
              </a:rPr>
              <a:t> המשך</a:t>
            </a:r>
            <a:endParaRPr sz="4400" b="1" dirty="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521" name="Google Shape;521;p47"/>
          <p:cNvGrpSpPr/>
          <p:nvPr/>
        </p:nvGrpSpPr>
        <p:grpSpPr>
          <a:xfrm>
            <a:off x="342899" y="1282553"/>
            <a:ext cx="8284728" cy="454034"/>
            <a:chOff x="342977" y="460693"/>
            <a:chExt cx="5825700" cy="319270"/>
          </a:xfrm>
        </p:grpSpPr>
        <p:cxnSp>
          <p:nvCxnSpPr>
            <p:cNvPr id="522" name="Google Shape;522;p47"/>
            <p:cNvCxnSpPr/>
            <p:nvPr/>
          </p:nvCxnSpPr>
          <p:spPr>
            <a:xfrm>
              <a:off x="342977" y="460693"/>
              <a:ext cx="582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23" name="Google Shape;523;p47"/>
            <p:cNvSpPr/>
            <p:nvPr/>
          </p:nvSpPr>
          <p:spPr>
            <a:xfrm>
              <a:off x="453727" y="647063"/>
              <a:ext cx="132900" cy="13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30025" tIns="130025" rIns="130025" bIns="1300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90"/>
            </a:p>
          </p:txBody>
        </p:sp>
      </p:grpSp>
      <p:sp>
        <p:nvSpPr>
          <p:cNvPr id="524" name="Google Shape;524;p47"/>
          <p:cNvSpPr txBox="1"/>
          <p:nvPr/>
        </p:nvSpPr>
        <p:spPr>
          <a:xfrm>
            <a:off x="473103" y="1291080"/>
            <a:ext cx="8170500" cy="20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</a:rPr>
              <a:t>אימון מודל:</a:t>
            </a:r>
            <a:endParaRPr sz="2000" b="1" dirty="0">
              <a:solidFill>
                <a:schemeClr val="dk1"/>
              </a:solidFill>
            </a:endParaRPr>
          </a:p>
          <a:p>
            <a:pPr marL="285750" marR="12700" lvl="0" indent="-2286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/>
              <a:t>Fine-Tunning </a:t>
            </a:r>
            <a:r>
              <a:rPr lang="he-IL" sz="1500" b="1" dirty="0"/>
              <a:t> </a:t>
            </a:r>
            <a:r>
              <a:rPr lang="en" sz="1500" b="1" dirty="0"/>
              <a:t>לRestNet18</a:t>
            </a:r>
            <a:endParaRPr sz="1500" b="1" dirty="0"/>
          </a:p>
          <a:p>
            <a:pPr marL="571500" marR="12700" lvl="0" indent="-3238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dirty="0"/>
              <a:t>שימוש בטכניקה Transfer Learning</a:t>
            </a:r>
            <a:r>
              <a:rPr lang="he-IL" sz="1500" dirty="0"/>
              <a:t> </a:t>
            </a:r>
            <a:r>
              <a:rPr lang="en" sz="1500" dirty="0"/>
              <a:t>על גבי רשת RestNet18</a:t>
            </a:r>
            <a:r>
              <a:rPr lang="he-IL" sz="1500" dirty="0"/>
              <a:t> </a:t>
            </a:r>
            <a:r>
              <a:rPr lang="en" sz="1500" dirty="0"/>
              <a:t>שאומנה מראש.</a:t>
            </a:r>
            <a:endParaRPr sz="1500" dirty="0"/>
          </a:p>
          <a:p>
            <a:pPr marL="571500" marR="12700" lvl="0" indent="-3238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dirty="0"/>
              <a:t>אופטימיזציה</a:t>
            </a:r>
            <a:r>
              <a:rPr lang="he-IL" sz="1500" dirty="0"/>
              <a:t>:</a:t>
            </a:r>
            <a:r>
              <a:rPr lang="en" sz="1500" dirty="0"/>
              <a:t> שימוש ב</a:t>
            </a:r>
            <a:r>
              <a:rPr lang="he-IL" sz="1500" dirty="0"/>
              <a:t>-</a:t>
            </a:r>
            <a:r>
              <a:rPr lang="en" sz="1500" dirty="0"/>
              <a:t>optim.Adam </a:t>
            </a:r>
            <a:r>
              <a:rPr lang="he-IL" sz="1500" dirty="0"/>
              <a:t> </a:t>
            </a:r>
            <a:r>
              <a:rPr lang="en" sz="1500" dirty="0"/>
              <a:t>עם קצב למידה נמוך של lr=0.0001 </a:t>
            </a:r>
            <a:r>
              <a:rPr lang="he-IL" sz="1500" dirty="0"/>
              <a:t> </a:t>
            </a:r>
            <a:r>
              <a:rPr lang="en" sz="1500" dirty="0"/>
              <a:t>כדי לשמר את הידע הקודם של המודל ולאפשר לו לבצע התכ</a:t>
            </a:r>
            <a:r>
              <a:rPr lang="he-IL" sz="1500" dirty="0"/>
              <a:t>נ</a:t>
            </a:r>
            <a:r>
              <a:rPr lang="en" sz="1500" dirty="0"/>
              <a:t>סות.</a:t>
            </a:r>
            <a:endParaRPr sz="1500" dirty="0"/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</a:endParaRPr>
          </a:p>
        </p:txBody>
      </p:sp>
      <p:grpSp>
        <p:nvGrpSpPr>
          <p:cNvPr id="525" name="Google Shape;525;p47"/>
          <p:cNvGrpSpPr/>
          <p:nvPr/>
        </p:nvGrpSpPr>
        <p:grpSpPr>
          <a:xfrm>
            <a:off x="495299" y="2927789"/>
            <a:ext cx="8284728" cy="454034"/>
            <a:chOff x="342977" y="460693"/>
            <a:chExt cx="5825700" cy="319270"/>
          </a:xfrm>
        </p:grpSpPr>
        <p:cxnSp>
          <p:nvCxnSpPr>
            <p:cNvPr id="526" name="Google Shape;526;p47"/>
            <p:cNvCxnSpPr/>
            <p:nvPr/>
          </p:nvCxnSpPr>
          <p:spPr>
            <a:xfrm>
              <a:off x="342977" y="460693"/>
              <a:ext cx="582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27" name="Google Shape;527;p47"/>
            <p:cNvSpPr/>
            <p:nvPr/>
          </p:nvSpPr>
          <p:spPr>
            <a:xfrm>
              <a:off x="453727" y="647063"/>
              <a:ext cx="132900" cy="13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30025" tIns="130025" rIns="130025" bIns="1300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90"/>
            </a:p>
          </p:txBody>
        </p:sp>
      </p:grpSp>
      <p:sp>
        <p:nvSpPr>
          <p:cNvPr id="528" name="Google Shape;528;p47"/>
          <p:cNvSpPr txBox="1"/>
          <p:nvPr/>
        </p:nvSpPr>
        <p:spPr>
          <a:xfrm>
            <a:off x="603306" y="2903652"/>
            <a:ext cx="8170500" cy="10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1270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</a:rPr>
              <a:t>מיקוד במאפיינים</a:t>
            </a:r>
            <a:r>
              <a:rPr lang="he-IL" sz="2000" b="1" dirty="0">
                <a:solidFill>
                  <a:schemeClr val="dk1"/>
                </a:solidFill>
              </a:rPr>
              <a:t>:</a:t>
            </a:r>
            <a:r>
              <a:rPr lang="en" sz="1500" b="1" dirty="0"/>
              <a:t> </a:t>
            </a:r>
            <a:endParaRPr sz="1500" b="1" dirty="0"/>
          </a:p>
          <a:p>
            <a:pPr marL="0" marR="1270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/>
              <a:t>שימוש בטרנספורמציות RandomGrayscale</a:t>
            </a:r>
            <a:r>
              <a:rPr lang="he-IL" sz="1500" dirty="0"/>
              <a:t>, </a:t>
            </a:r>
            <a:r>
              <a:rPr lang="en" sz="1500" dirty="0"/>
              <a:t>ColorJitter</a:t>
            </a:r>
            <a:r>
              <a:rPr lang="he-IL" sz="1500" dirty="0"/>
              <a:t> (</a:t>
            </a:r>
            <a:r>
              <a:rPr lang="en" sz="1500" dirty="0"/>
              <a:t>שיבוש צבעים</a:t>
            </a:r>
            <a:r>
              <a:rPr lang="he-IL" sz="1500" dirty="0"/>
              <a:t>) </a:t>
            </a:r>
            <a:r>
              <a:rPr lang="en" sz="1500" dirty="0"/>
              <a:t>כחלק מ</a:t>
            </a:r>
            <a:r>
              <a:rPr lang="he-IL" sz="1500" dirty="0"/>
              <a:t> </a:t>
            </a:r>
            <a:r>
              <a:rPr lang="en" sz="1500" dirty="0"/>
              <a:t>pipeline</a:t>
            </a:r>
            <a:r>
              <a:rPr lang="he-IL" sz="1500" dirty="0"/>
              <a:t> </a:t>
            </a:r>
            <a:r>
              <a:rPr lang="en" sz="1500" dirty="0"/>
              <a:t>כדי "לאלץ" את המודל ללמוד את מבנה הלוגו ולא להסתמך על צבעים או תאורה.</a:t>
            </a:r>
            <a:endParaRPr sz="1500" dirty="0"/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</a:endParaRPr>
          </a:p>
        </p:txBody>
      </p:sp>
      <p:sp>
        <p:nvSpPr>
          <p:cNvPr id="529" name="Google Shape;529;p47"/>
          <p:cNvSpPr/>
          <p:nvPr/>
        </p:nvSpPr>
        <p:spPr>
          <a:xfrm>
            <a:off x="338016" y="1464338"/>
            <a:ext cx="605100" cy="35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530" name="Google Shape;530;p47"/>
          <p:cNvSpPr/>
          <p:nvPr/>
        </p:nvSpPr>
        <p:spPr>
          <a:xfrm>
            <a:off x="567950" y="3031287"/>
            <a:ext cx="605100" cy="35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531" name="Google Shape;531;p47"/>
          <p:cNvSpPr/>
          <p:nvPr/>
        </p:nvSpPr>
        <p:spPr>
          <a:xfrm>
            <a:off x="8498550" y="4678000"/>
            <a:ext cx="605100" cy="35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grpSp>
        <p:nvGrpSpPr>
          <p:cNvPr id="2" name="Google Shape;525;p47">
            <a:extLst>
              <a:ext uri="{FF2B5EF4-FFF2-40B4-BE49-F238E27FC236}">
                <a16:creationId xmlns:a16="http://schemas.microsoft.com/office/drawing/2014/main" id="{48882A32-5639-F1BC-A6CA-C962613DC553}"/>
              </a:ext>
            </a:extLst>
          </p:cNvPr>
          <p:cNvGrpSpPr/>
          <p:nvPr/>
        </p:nvGrpSpPr>
        <p:grpSpPr>
          <a:xfrm>
            <a:off x="443159" y="4030687"/>
            <a:ext cx="8284728" cy="454034"/>
            <a:chOff x="342977" y="460693"/>
            <a:chExt cx="5825700" cy="319270"/>
          </a:xfrm>
        </p:grpSpPr>
        <p:cxnSp>
          <p:nvCxnSpPr>
            <p:cNvPr id="3" name="Google Shape;526;p47">
              <a:extLst>
                <a:ext uri="{FF2B5EF4-FFF2-40B4-BE49-F238E27FC236}">
                  <a16:creationId xmlns:a16="http://schemas.microsoft.com/office/drawing/2014/main" id="{BE3143D4-005D-3DAE-5FB1-34E087EEC6D1}"/>
                </a:ext>
              </a:extLst>
            </p:cNvPr>
            <p:cNvCxnSpPr/>
            <p:nvPr/>
          </p:nvCxnSpPr>
          <p:spPr>
            <a:xfrm>
              <a:off x="342977" y="460693"/>
              <a:ext cx="582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" name="Google Shape;527;p47">
              <a:extLst>
                <a:ext uri="{FF2B5EF4-FFF2-40B4-BE49-F238E27FC236}">
                  <a16:creationId xmlns:a16="http://schemas.microsoft.com/office/drawing/2014/main" id="{F5DF6C12-EDB5-BE1C-A922-9DB4A1A42A02}"/>
                </a:ext>
              </a:extLst>
            </p:cNvPr>
            <p:cNvSpPr/>
            <p:nvPr/>
          </p:nvSpPr>
          <p:spPr>
            <a:xfrm>
              <a:off x="453727" y="647063"/>
              <a:ext cx="132900" cy="13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30025" tIns="130025" rIns="130025" bIns="1300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90"/>
            </a:p>
          </p:txBody>
        </p:sp>
      </p:grpSp>
      <p:sp>
        <p:nvSpPr>
          <p:cNvPr id="5" name="Google Shape;530;p47">
            <a:extLst>
              <a:ext uri="{FF2B5EF4-FFF2-40B4-BE49-F238E27FC236}">
                <a16:creationId xmlns:a16="http://schemas.microsoft.com/office/drawing/2014/main" id="{8488946E-5253-AAB7-6BBA-AC5B1F9776CA}"/>
              </a:ext>
            </a:extLst>
          </p:cNvPr>
          <p:cNvSpPr/>
          <p:nvPr/>
        </p:nvSpPr>
        <p:spPr>
          <a:xfrm>
            <a:off x="527839" y="4195626"/>
            <a:ext cx="605100" cy="35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" name="Google Shape;528;p47">
            <a:extLst>
              <a:ext uri="{FF2B5EF4-FFF2-40B4-BE49-F238E27FC236}">
                <a16:creationId xmlns:a16="http://schemas.microsoft.com/office/drawing/2014/main" id="{28B62902-3698-D2CF-9A41-57C2B6A06E1E}"/>
              </a:ext>
            </a:extLst>
          </p:cNvPr>
          <p:cNvSpPr txBox="1"/>
          <p:nvPr/>
        </p:nvSpPr>
        <p:spPr>
          <a:xfrm>
            <a:off x="635386" y="3963143"/>
            <a:ext cx="8170500" cy="10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1270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000" b="1" dirty="0">
                <a:solidFill>
                  <a:schemeClr val="dk1"/>
                </a:solidFill>
              </a:rPr>
              <a:t>עקביות:</a:t>
            </a:r>
            <a:r>
              <a:rPr lang="en" sz="1500" b="1" dirty="0"/>
              <a:t> </a:t>
            </a:r>
            <a:endParaRPr sz="1500" b="1" dirty="0"/>
          </a:p>
          <a:p>
            <a:pPr marR="12700" lvl="0" algn="r" rtl="1">
              <a:lnSpc>
                <a:spcPct val="115000"/>
              </a:lnSpc>
            </a:pPr>
            <a:r>
              <a:rPr lang="he-IL" sz="1500" dirty="0"/>
              <a:t>נרמול תמונות לפי ערכי </a:t>
            </a:r>
            <a:r>
              <a:rPr lang="en-US" sz="1500" dirty="0"/>
              <a:t>ImageNet</a:t>
            </a:r>
            <a:r>
              <a:rPr lang="he-IL" sz="1500" dirty="0"/>
              <a:t> וביצוע </a:t>
            </a:r>
            <a:r>
              <a:rPr lang="en-US" sz="1500" dirty="0"/>
              <a:t>CenterCrop</a:t>
            </a:r>
            <a:r>
              <a:rPr lang="he-IL" sz="1500" dirty="0"/>
              <a:t> למיקוד המודל באזור העניין המרכזי בתמונה.</a:t>
            </a:r>
            <a:endParaRPr sz="15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F0C95A0D-1BE8-47D4-A359-1678CD48E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4">
            <a:extLst>
              <a:ext uri="{FF2B5EF4-FFF2-40B4-BE49-F238E27FC236}">
                <a16:creationId xmlns:a16="http://schemas.microsoft.com/office/drawing/2014/main" id="{F1898CE2-013E-9815-6759-F3F30BFF4D85}"/>
              </a:ext>
            </a:extLst>
          </p:cNvPr>
          <p:cNvSpPr/>
          <p:nvPr/>
        </p:nvSpPr>
        <p:spPr>
          <a:xfrm>
            <a:off x="8563858" y="4729475"/>
            <a:ext cx="605100" cy="35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434" name="Google Shape;434;p44">
            <a:extLst>
              <a:ext uri="{FF2B5EF4-FFF2-40B4-BE49-F238E27FC236}">
                <a16:creationId xmlns:a16="http://schemas.microsoft.com/office/drawing/2014/main" id="{0E75F990-C988-F868-E28D-FCFC32AB1459}"/>
              </a:ext>
            </a:extLst>
          </p:cNvPr>
          <p:cNvSpPr/>
          <p:nvPr/>
        </p:nvSpPr>
        <p:spPr>
          <a:xfrm>
            <a:off x="6344019" y="1611100"/>
            <a:ext cx="2662663" cy="3351347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IBM Plex Sans Light"/>
              <a:ea typeface="IBM Plex Sans Light"/>
              <a:cs typeface="+mn-cs"/>
              <a:sym typeface="IBM Plex Sans Light"/>
            </a:endParaRPr>
          </a:p>
        </p:txBody>
      </p:sp>
      <p:sp>
        <p:nvSpPr>
          <p:cNvPr id="432" name="Google Shape;432;p44">
            <a:extLst>
              <a:ext uri="{FF2B5EF4-FFF2-40B4-BE49-F238E27FC236}">
                <a16:creationId xmlns:a16="http://schemas.microsoft.com/office/drawing/2014/main" id="{DF8C3506-DECB-BB21-5BEC-0C8E2B9514F3}"/>
              </a:ext>
            </a:extLst>
          </p:cNvPr>
          <p:cNvSpPr/>
          <p:nvPr/>
        </p:nvSpPr>
        <p:spPr>
          <a:xfrm>
            <a:off x="111932" y="1611099"/>
            <a:ext cx="3334645" cy="3351341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433" name="Google Shape;433;p44">
            <a:extLst>
              <a:ext uri="{FF2B5EF4-FFF2-40B4-BE49-F238E27FC236}">
                <a16:creationId xmlns:a16="http://schemas.microsoft.com/office/drawing/2014/main" id="{3E3C9A11-9829-8195-13F3-B84C8E1B921A}"/>
              </a:ext>
            </a:extLst>
          </p:cNvPr>
          <p:cNvSpPr/>
          <p:nvPr/>
        </p:nvSpPr>
        <p:spPr>
          <a:xfrm>
            <a:off x="3575948" y="1611099"/>
            <a:ext cx="2623136" cy="3351343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435" name="Google Shape;435;p44">
            <a:extLst>
              <a:ext uri="{FF2B5EF4-FFF2-40B4-BE49-F238E27FC236}">
                <a16:creationId xmlns:a16="http://schemas.microsoft.com/office/drawing/2014/main" id="{9584293E-EFA2-B62D-98D0-A9EB6C26FE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81436" y="253100"/>
            <a:ext cx="8977800" cy="11021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 rtl="1"/>
            <a:r>
              <a:rPr lang="he-IL" sz="4400" b="1" dirty="0">
                <a:cs typeface="+mn-cs"/>
              </a:rPr>
              <a:t>אתגרים בתהליך הלמידה ופתרונות</a:t>
            </a:r>
            <a:endParaRPr sz="3200" b="1" dirty="0">
              <a:latin typeface="IBM Plex Sans"/>
              <a:ea typeface="IBM Plex Sans"/>
              <a:cs typeface="+mn-cs"/>
              <a:sym typeface="IBM Plex Sans"/>
            </a:endParaRPr>
          </a:p>
        </p:txBody>
      </p:sp>
      <p:sp>
        <p:nvSpPr>
          <p:cNvPr id="440" name="Google Shape;440;p44">
            <a:extLst>
              <a:ext uri="{FF2B5EF4-FFF2-40B4-BE49-F238E27FC236}">
                <a16:creationId xmlns:a16="http://schemas.microsoft.com/office/drawing/2014/main" id="{49B58266-10BB-421A-6BF8-02C35ACBD038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6193284" y="1713126"/>
            <a:ext cx="2748000" cy="4005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Aft>
                <a:spcPts val="400"/>
              </a:spcAft>
            </a:pPr>
            <a:r>
              <a:rPr lang="he-IL" sz="1500" b="1" dirty="0">
                <a:cs typeface="+mn-cs"/>
              </a:rPr>
              <a:t>אתגר</a:t>
            </a:r>
            <a:r>
              <a:rPr lang="he-IL" sz="1500" dirty="0">
                <a:cs typeface="+mn-cs"/>
              </a:rPr>
              <a:t>: התכנסות למאפייני איכות</a:t>
            </a:r>
            <a:endParaRPr sz="1500" b="1" dirty="0">
              <a:latin typeface="Arial"/>
              <a:ea typeface="Arial"/>
              <a:cs typeface="+mn-cs"/>
              <a:sym typeface="Arial"/>
            </a:endParaRPr>
          </a:p>
        </p:txBody>
      </p:sp>
      <p:sp>
        <p:nvSpPr>
          <p:cNvPr id="441" name="Google Shape;441;p44">
            <a:extLst>
              <a:ext uri="{FF2B5EF4-FFF2-40B4-BE49-F238E27FC236}">
                <a16:creationId xmlns:a16="http://schemas.microsoft.com/office/drawing/2014/main" id="{6052B096-6622-FC9B-5A8B-510C5D6E4C49}"/>
              </a:ext>
            </a:extLst>
          </p:cNvPr>
          <p:cNvSpPr txBox="1">
            <a:spLocks noGrp="1"/>
          </p:cNvSpPr>
          <p:nvPr>
            <p:ph type="body" idx="6"/>
          </p:nvPr>
        </p:nvSpPr>
        <p:spPr>
          <a:xfrm>
            <a:off x="6258375" y="2079376"/>
            <a:ext cx="2748000" cy="28830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Aft>
                <a:spcPts val="500"/>
              </a:spcAft>
              <a:buNone/>
            </a:pPr>
            <a:r>
              <a:rPr lang="he-IL" sz="1400" b="1" dirty="0">
                <a:solidFill>
                  <a:schemeClr val="bg2"/>
                </a:solidFill>
                <a:cs typeface="+mn-cs"/>
              </a:rPr>
              <a:t>הקושי:</a:t>
            </a:r>
            <a:r>
              <a:rPr lang="he-IL" sz="1400" dirty="0">
                <a:solidFill>
                  <a:schemeClr val="bg2"/>
                </a:solidFill>
                <a:cs typeface="+mn-cs"/>
              </a:rPr>
              <a:t> המודל למד שאיכות תמונה נמוכה מעידה על זיוף, במקום לנתח את תוכן הלוגו</a:t>
            </a:r>
          </a:p>
          <a:p>
            <a:pPr marL="0" lvl="0" indent="0" algn="r" rtl="1">
              <a:spcAft>
                <a:spcPts val="500"/>
              </a:spcAft>
              <a:buNone/>
            </a:pPr>
            <a:endParaRPr lang="he-IL" sz="600" dirty="0">
              <a:solidFill>
                <a:schemeClr val="bg2"/>
              </a:solidFill>
              <a:cs typeface="+mn-cs"/>
            </a:endParaRPr>
          </a:p>
          <a:p>
            <a:pPr marL="0" lvl="0" indent="0" algn="r" rtl="1">
              <a:spcAft>
                <a:spcPts val="500"/>
              </a:spcAft>
              <a:buNone/>
            </a:pPr>
            <a:r>
              <a:rPr lang="he-IL" sz="1400" b="1" dirty="0">
                <a:solidFill>
                  <a:schemeClr val="bg2"/>
                </a:solidFill>
                <a:cs typeface="+mn-cs"/>
              </a:rPr>
              <a:t>הפתרון:</a:t>
            </a:r>
            <a:r>
              <a:rPr lang="he-IL" sz="1400" dirty="0">
                <a:solidFill>
                  <a:schemeClr val="bg2"/>
                </a:solidFill>
                <a:cs typeface="+mn-cs"/>
              </a:rPr>
              <a:t> ביצוע</a:t>
            </a:r>
            <a:r>
              <a:rPr lang="en-US" sz="1400" b="1" dirty="0">
                <a:solidFill>
                  <a:schemeClr val="bg2"/>
                </a:solidFill>
                <a:cs typeface="+mn-cs"/>
              </a:rPr>
              <a:t>Data Balancing</a:t>
            </a:r>
            <a:r>
              <a:rPr lang="en-US" sz="1400" dirty="0">
                <a:solidFill>
                  <a:schemeClr val="bg2"/>
                </a:solidFill>
                <a:cs typeface="+mn-cs"/>
              </a:rPr>
              <a:t> </a:t>
            </a:r>
            <a:r>
              <a:rPr lang="he-IL" sz="1400" dirty="0">
                <a:solidFill>
                  <a:schemeClr val="bg2"/>
                </a:solidFill>
                <a:cs typeface="+mn-cs"/>
              </a:rPr>
              <a:t>ברמת האיכות. הוספנו למחלקת המקור (</a:t>
            </a:r>
            <a:r>
              <a:rPr lang="en-US" sz="1400" dirty="0">
                <a:solidFill>
                  <a:schemeClr val="bg2"/>
                </a:solidFill>
                <a:cs typeface="+mn-cs"/>
              </a:rPr>
              <a:t>Real</a:t>
            </a:r>
            <a:r>
              <a:rPr lang="he-IL" sz="1400" dirty="0">
                <a:solidFill>
                  <a:schemeClr val="bg2"/>
                </a:solidFill>
                <a:cs typeface="+mn-cs"/>
              </a:rPr>
              <a:t>) תמונות עם רעש, טשטוש, דחיסה כדי לאלץ את המודל להתמקד בפיצ'רים הסמנטיים של הלוגו בלבד.</a:t>
            </a:r>
          </a:p>
        </p:txBody>
      </p:sp>
      <p:cxnSp>
        <p:nvCxnSpPr>
          <p:cNvPr id="443" name="Google Shape;443;p44">
            <a:extLst>
              <a:ext uri="{FF2B5EF4-FFF2-40B4-BE49-F238E27FC236}">
                <a16:creationId xmlns:a16="http://schemas.microsoft.com/office/drawing/2014/main" id="{F15C820A-8638-2004-04FF-AF577339D37C}"/>
              </a:ext>
            </a:extLst>
          </p:cNvPr>
          <p:cNvCxnSpPr/>
          <p:nvPr/>
        </p:nvCxnSpPr>
        <p:spPr>
          <a:xfrm>
            <a:off x="355849" y="4606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4" name="Google Shape;444;p44">
            <a:extLst>
              <a:ext uri="{FF2B5EF4-FFF2-40B4-BE49-F238E27FC236}">
                <a16:creationId xmlns:a16="http://schemas.microsoft.com/office/drawing/2014/main" id="{B2619670-EA23-E145-0814-D04F584762F0}"/>
              </a:ext>
            </a:extLst>
          </p:cNvPr>
          <p:cNvCxnSpPr/>
          <p:nvPr/>
        </p:nvCxnSpPr>
        <p:spPr>
          <a:xfrm>
            <a:off x="342977" y="1259859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440;p44">
            <a:extLst>
              <a:ext uri="{FF2B5EF4-FFF2-40B4-BE49-F238E27FC236}">
                <a16:creationId xmlns:a16="http://schemas.microsoft.com/office/drawing/2014/main" id="{E546FC0C-5628-D65A-38C1-FFB78CDA5B51}"/>
              </a:ext>
            </a:extLst>
          </p:cNvPr>
          <p:cNvSpPr txBox="1">
            <a:spLocks/>
          </p:cNvSpPr>
          <p:nvPr/>
        </p:nvSpPr>
        <p:spPr>
          <a:xfrm>
            <a:off x="4008653" y="1660839"/>
            <a:ext cx="1603895" cy="400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Mono Medium"/>
              <a:buNone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914400" marR="0" lvl="1" indent="-3048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Mono Medium"/>
              <a:buNone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371600" marR="0" lvl="2" indent="-3048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Mono Medium"/>
              <a:buNone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1828800" marR="0" lvl="3" indent="-3048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Mono Medium"/>
              <a:buNone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2286000" marR="0" lvl="4" indent="-3048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Mono Medium"/>
              <a:buNone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2743200" marR="0" lvl="5" indent="-3048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Mono Medium"/>
              <a:buNone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3200400" marR="0" lvl="6" indent="-3048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Mono Medium"/>
              <a:buNone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3657600" marR="0" lvl="7" indent="-3048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Mono Medium"/>
              <a:buNone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4114800" marR="0" lvl="8" indent="-304800" algn="l" rt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000"/>
              <a:buFont typeface="IBM Plex Mono Medium"/>
              <a:buNone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pPr marL="0" indent="0" algn="r" rtl="1">
              <a:spcAft>
                <a:spcPts val="400"/>
              </a:spcAft>
            </a:pPr>
            <a:r>
              <a:rPr lang="he-IL" sz="1500" b="1" dirty="0">
                <a:cs typeface="+mn-cs"/>
              </a:rPr>
              <a:t>אתגר</a:t>
            </a:r>
            <a:r>
              <a:rPr lang="he-IL" sz="1500" dirty="0">
                <a:cs typeface="+mn-cs"/>
              </a:rPr>
              <a:t>: </a:t>
            </a:r>
            <a:r>
              <a:rPr lang="he-IL" sz="1600" dirty="0">
                <a:cs typeface="+mn-cs"/>
              </a:rPr>
              <a:t>הטיות רקע</a:t>
            </a:r>
            <a:endParaRPr lang="he-IL" sz="1500" b="1" dirty="0">
              <a:latin typeface="Arial"/>
              <a:ea typeface="Arial"/>
              <a:cs typeface="+mn-cs"/>
              <a:sym typeface="Arial"/>
            </a:endParaRPr>
          </a:p>
        </p:txBody>
      </p:sp>
      <p:sp>
        <p:nvSpPr>
          <p:cNvPr id="9" name="Google Shape;440;p44">
            <a:extLst>
              <a:ext uri="{FF2B5EF4-FFF2-40B4-BE49-F238E27FC236}">
                <a16:creationId xmlns:a16="http://schemas.microsoft.com/office/drawing/2014/main" id="{F0080DCB-C9DA-D0C7-1BC5-B9E451C6126F}"/>
              </a:ext>
            </a:extLst>
          </p:cNvPr>
          <p:cNvSpPr txBox="1">
            <a:spLocks/>
          </p:cNvSpPr>
          <p:nvPr/>
        </p:nvSpPr>
        <p:spPr>
          <a:xfrm>
            <a:off x="179608" y="1713126"/>
            <a:ext cx="2931850" cy="400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Mono Medium"/>
              <a:buNone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914400" marR="0" lvl="1" indent="-3048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Mono Medium"/>
              <a:buNone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371600" marR="0" lvl="2" indent="-3048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Mono Medium"/>
              <a:buNone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1828800" marR="0" lvl="3" indent="-3048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Mono Medium"/>
              <a:buNone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2286000" marR="0" lvl="4" indent="-3048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Mono Medium"/>
              <a:buNone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2743200" marR="0" lvl="5" indent="-3048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Mono Medium"/>
              <a:buNone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3200400" marR="0" lvl="6" indent="-3048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Mono Medium"/>
              <a:buNone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3657600" marR="0" lvl="7" indent="-3048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Mono Medium"/>
              <a:buNone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4114800" marR="0" lvl="8" indent="-304800" algn="l" rt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000"/>
              <a:buFont typeface="IBM Plex Mono Medium"/>
              <a:buNone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pPr marL="0" indent="0" algn="r" rtl="1">
              <a:spcAft>
                <a:spcPts val="400"/>
              </a:spcAft>
            </a:pPr>
            <a:r>
              <a:rPr lang="he-IL" sz="1500" b="1" dirty="0">
                <a:cs typeface="+mn-cs"/>
              </a:rPr>
              <a:t>אתגר</a:t>
            </a:r>
            <a:r>
              <a:rPr lang="he-IL" sz="1500" dirty="0">
                <a:cs typeface="+mn-cs"/>
              </a:rPr>
              <a:t>: </a:t>
            </a:r>
            <a:r>
              <a:rPr lang="he-IL" sz="1600" dirty="0">
                <a:cs typeface="+mn-cs"/>
              </a:rPr>
              <a:t>מגבלות יצירתיות ב- </a:t>
            </a:r>
            <a:r>
              <a:rPr lang="en-US" sz="1600" dirty="0">
                <a:cs typeface="+mn-cs"/>
              </a:rPr>
              <a:t>SDXL</a:t>
            </a:r>
            <a:endParaRPr lang="he-IL" sz="1500" b="1" dirty="0">
              <a:latin typeface="Arial"/>
              <a:ea typeface="Arial"/>
              <a:cs typeface="+mn-cs"/>
              <a:sym typeface="Arial"/>
            </a:endParaRPr>
          </a:p>
        </p:txBody>
      </p:sp>
      <p:sp>
        <p:nvSpPr>
          <p:cNvPr id="15" name="Google Shape;441;p44">
            <a:extLst>
              <a:ext uri="{FF2B5EF4-FFF2-40B4-BE49-F238E27FC236}">
                <a16:creationId xmlns:a16="http://schemas.microsoft.com/office/drawing/2014/main" id="{8E87BFB4-DA95-BBA4-757C-ABE7D21971A0}"/>
              </a:ext>
            </a:extLst>
          </p:cNvPr>
          <p:cNvSpPr txBox="1">
            <a:spLocks/>
          </p:cNvSpPr>
          <p:nvPr/>
        </p:nvSpPr>
        <p:spPr>
          <a:xfrm>
            <a:off x="3505868" y="2079376"/>
            <a:ext cx="2702673" cy="2883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●"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914400" marR="0" lvl="1" indent="-3048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○"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371600" marR="0" lvl="2" indent="-3048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■"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1828800" marR="0" lvl="3" indent="-3048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●"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2286000" marR="0" lvl="4" indent="-3048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○"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2743200" marR="0" lvl="5" indent="-3048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■"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3200400" marR="0" lvl="6" indent="-3048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●"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3657600" marR="0" lvl="7" indent="-3048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○"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4114800" marR="0" lvl="8" indent="-304800" algn="l" rtl="0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IBM Plex Sans Light"/>
              <a:buChar char="■"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pPr marL="0" indent="0" algn="r" rtl="1">
              <a:spcAft>
                <a:spcPts val="500"/>
              </a:spcAft>
              <a:buFont typeface="IBM Plex Sans Light"/>
              <a:buNone/>
            </a:pPr>
            <a:r>
              <a:rPr lang="he-IL" sz="1400" b="1" dirty="0">
                <a:solidFill>
                  <a:schemeClr val="bg2"/>
                </a:solidFill>
                <a:cs typeface="+mn-cs"/>
              </a:rPr>
              <a:t>הקושי:</a:t>
            </a:r>
            <a:r>
              <a:rPr lang="he-IL" sz="1400" dirty="0">
                <a:solidFill>
                  <a:schemeClr val="bg2"/>
                </a:solidFill>
                <a:cs typeface="+mn-cs"/>
              </a:rPr>
              <a:t> שינויי רקע או צבע השפיעו על הסיווג למרות שהלוגו נשאר זהה.</a:t>
            </a:r>
          </a:p>
          <a:p>
            <a:pPr marL="0" indent="0" algn="r" rtl="1">
              <a:spcAft>
                <a:spcPts val="500"/>
              </a:spcAft>
              <a:buFont typeface="IBM Plex Sans Light"/>
              <a:buNone/>
            </a:pPr>
            <a:endParaRPr lang="he-IL" sz="600" dirty="0">
              <a:solidFill>
                <a:schemeClr val="bg2"/>
              </a:solidFill>
              <a:cs typeface="+mn-cs"/>
            </a:endParaRPr>
          </a:p>
          <a:p>
            <a:pPr marL="0" indent="0" algn="r" rtl="1">
              <a:spcAft>
                <a:spcPts val="500"/>
              </a:spcAft>
              <a:buNone/>
            </a:pPr>
            <a:r>
              <a:rPr lang="he-IL" sz="1400" b="1" dirty="0">
                <a:solidFill>
                  <a:schemeClr val="bg2"/>
                </a:solidFill>
                <a:cs typeface="+mn-cs"/>
              </a:rPr>
              <a:t>הפתרון:</a:t>
            </a:r>
            <a:r>
              <a:rPr lang="he-IL" sz="1400" dirty="0">
                <a:solidFill>
                  <a:schemeClr val="bg2"/>
                </a:solidFill>
                <a:cs typeface="+mn-cs"/>
              </a:rPr>
              <a:t> מעבר ל-</a:t>
            </a:r>
            <a:r>
              <a:rPr lang="en-US" sz="1400" dirty="0">
                <a:solidFill>
                  <a:schemeClr val="bg2"/>
                </a:solidFill>
                <a:cs typeface="+mn-cs"/>
              </a:rPr>
              <a:t>      </a:t>
            </a:r>
            <a:r>
              <a:rPr lang="en-US" sz="1400" b="1" dirty="0">
                <a:solidFill>
                  <a:schemeClr val="bg2"/>
                </a:solidFill>
                <a:cs typeface="+mn-cs"/>
              </a:rPr>
              <a:t>RandomResizedCrop</a:t>
            </a:r>
            <a:r>
              <a:rPr lang="he-IL" sz="1400" b="1" dirty="0">
                <a:solidFill>
                  <a:schemeClr val="bg2"/>
                </a:solidFill>
                <a:cs typeface="+mn-cs"/>
              </a:rPr>
              <a:t> </a:t>
            </a:r>
            <a:r>
              <a:rPr lang="he-IL" sz="1400" dirty="0">
                <a:solidFill>
                  <a:schemeClr val="bg2"/>
                </a:solidFill>
                <a:cs typeface="+mn-cs"/>
              </a:rPr>
              <a:t>והוספת </a:t>
            </a:r>
            <a:r>
              <a:rPr lang="en-US" sz="1400" b="1" dirty="0">
                <a:solidFill>
                  <a:schemeClr val="bg2"/>
                </a:solidFill>
                <a:cs typeface="+mn-cs"/>
              </a:rPr>
              <a:t>RandomPerspective</a:t>
            </a:r>
          </a:p>
          <a:p>
            <a:pPr marL="0" indent="0" algn="r" rtl="1">
              <a:spcAft>
                <a:spcPts val="500"/>
              </a:spcAft>
              <a:buNone/>
            </a:pPr>
            <a:endParaRPr lang="en-US" sz="1400" b="1" dirty="0">
              <a:solidFill>
                <a:schemeClr val="bg2"/>
              </a:solidFill>
              <a:cs typeface="+mn-cs"/>
            </a:endParaRPr>
          </a:p>
          <a:p>
            <a:pPr marL="0" indent="0" algn="r" rtl="1">
              <a:spcAft>
                <a:spcPts val="500"/>
              </a:spcAft>
              <a:buNone/>
            </a:pPr>
            <a:r>
              <a:rPr lang="he-IL" sz="1400" dirty="0">
                <a:solidFill>
                  <a:srgbClr val="717171"/>
                </a:solidFill>
                <a:cs typeface="+mn-cs"/>
              </a:rPr>
              <a:t>המטרה</a:t>
            </a:r>
            <a:r>
              <a:rPr lang="he-IL" sz="1400" i="1" dirty="0">
                <a:solidFill>
                  <a:srgbClr val="717171"/>
                </a:solidFill>
                <a:cs typeface="+mn-cs"/>
              </a:rPr>
              <a:t>:</a:t>
            </a:r>
            <a:r>
              <a:rPr lang="he-IL" sz="1400" dirty="0">
                <a:solidFill>
                  <a:srgbClr val="717171"/>
                </a:solidFill>
                <a:cs typeface="+mn-cs"/>
              </a:rPr>
              <a:t> הפיכת הרקע ל"רעש סטטי" והגברת העמידות של המודל לזוויות צילום משתנות.</a:t>
            </a:r>
          </a:p>
        </p:txBody>
      </p:sp>
      <p:sp>
        <p:nvSpPr>
          <p:cNvPr id="16" name="Google Shape;441;p44">
            <a:extLst>
              <a:ext uri="{FF2B5EF4-FFF2-40B4-BE49-F238E27FC236}">
                <a16:creationId xmlns:a16="http://schemas.microsoft.com/office/drawing/2014/main" id="{E82606D2-5205-D406-7D7F-6F67827916EE}"/>
              </a:ext>
            </a:extLst>
          </p:cNvPr>
          <p:cNvSpPr txBox="1">
            <a:spLocks/>
          </p:cNvSpPr>
          <p:nvPr/>
        </p:nvSpPr>
        <p:spPr>
          <a:xfrm>
            <a:off x="0" y="2101416"/>
            <a:ext cx="3429900" cy="274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●"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914400" marR="0" lvl="1" indent="-3048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○"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371600" marR="0" lvl="2" indent="-3048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■"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1828800" marR="0" lvl="3" indent="-3048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●"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2286000" marR="0" lvl="4" indent="-3048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○"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2743200" marR="0" lvl="5" indent="-3048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■"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3200400" marR="0" lvl="6" indent="-3048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●"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3657600" marR="0" lvl="7" indent="-3048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○"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4114800" marR="0" lvl="8" indent="-304800" algn="l" rtl="0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IBM Plex Sans Light"/>
              <a:buChar char="■"/>
              <a:defRPr sz="1200" b="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pPr marL="0" indent="0" algn="r" rtl="1">
              <a:spcAft>
                <a:spcPts val="500"/>
              </a:spcAft>
              <a:buNone/>
            </a:pPr>
            <a:r>
              <a:rPr lang="he-IL" sz="1400" b="1" dirty="0">
                <a:solidFill>
                  <a:schemeClr val="bg2"/>
                </a:solidFill>
                <a:cs typeface="+mn-cs"/>
              </a:rPr>
              <a:t>הקושי:</a:t>
            </a:r>
            <a:r>
              <a:rPr lang="he-IL" sz="1400" dirty="0">
                <a:solidFill>
                  <a:schemeClr val="bg2"/>
                </a:solidFill>
                <a:cs typeface="+mn-cs"/>
              </a:rPr>
              <a:t> בערכי</a:t>
            </a:r>
            <a:r>
              <a:rPr lang="en-US" sz="1400" dirty="0">
                <a:solidFill>
                  <a:schemeClr val="bg2"/>
                </a:solidFill>
                <a:cs typeface="+mn-cs"/>
              </a:rPr>
              <a:t>Strength </a:t>
            </a:r>
            <a:r>
              <a:rPr lang="he-IL" sz="1400" dirty="0">
                <a:solidFill>
                  <a:schemeClr val="bg2"/>
                </a:solidFill>
                <a:cs typeface="+mn-cs"/>
              </a:rPr>
              <a:t> נמוכים, המודל שמר על איות תקין ולא יצר זיופים סמנטיים</a:t>
            </a:r>
          </a:p>
          <a:p>
            <a:pPr marL="0" indent="0" algn="r" rtl="1">
              <a:spcAft>
                <a:spcPts val="500"/>
              </a:spcAft>
              <a:buNone/>
            </a:pPr>
            <a:r>
              <a:rPr lang="he-IL" sz="1400" dirty="0">
                <a:solidFill>
                  <a:schemeClr val="bg2"/>
                </a:solidFill>
                <a:cs typeface="+mn-cs"/>
              </a:rPr>
              <a:t>(כמו </a:t>
            </a:r>
            <a:r>
              <a:rPr lang="en-US" sz="1400" dirty="0">
                <a:solidFill>
                  <a:schemeClr val="bg2"/>
                </a:solidFill>
                <a:cs typeface="+mn-cs"/>
              </a:rPr>
              <a:t>(NIKE → NYKE</a:t>
            </a:r>
          </a:p>
          <a:p>
            <a:pPr marL="0" indent="0" algn="r" rtl="1">
              <a:spcAft>
                <a:spcPts val="500"/>
              </a:spcAft>
              <a:buNone/>
            </a:pPr>
            <a:endParaRPr lang="en-US" sz="1400" b="1" dirty="0">
              <a:solidFill>
                <a:schemeClr val="bg2"/>
              </a:solidFill>
              <a:cs typeface="+mn-cs"/>
            </a:endParaRPr>
          </a:p>
          <a:p>
            <a:pPr marL="0" indent="0" algn="r" rtl="1">
              <a:spcAft>
                <a:spcPts val="500"/>
              </a:spcAft>
              <a:buNone/>
            </a:pPr>
            <a:r>
              <a:rPr lang="he-IL" sz="1400" b="1" dirty="0">
                <a:solidFill>
                  <a:schemeClr val="bg2"/>
                </a:solidFill>
                <a:cs typeface="+mn-cs"/>
              </a:rPr>
              <a:t>הפתרון:</a:t>
            </a:r>
            <a:r>
              <a:rPr lang="he-IL" sz="1400" dirty="0">
                <a:solidFill>
                  <a:schemeClr val="bg2"/>
                </a:solidFill>
                <a:cs typeface="+mn-cs"/>
              </a:rPr>
              <a:t> פיתוח </a:t>
            </a:r>
            <a:r>
              <a:rPr lang="en-US" sz="1400" b="1" dirty="0">
                <a:solidFill>
                  <a:schemeClr val="bg2"/>
                </a:solidFill>
                <a:cs typeface="+mn-cs"/>
              </a:rPr>
              <a:t>Dual-Strength Strategy</a:t>
            </a:r>
            <a:endParaRPr lang="en-US" sz="1400" dirty="0">
              <a:solidFill>
                <a:schemeClr val="bg2"/>
              </a:solidFill>
              <a:cs typeface="+mn-cs"/>
            </a:endParaRPr>
          </a:p>
          <a:p>
            <a:pPr algn="r" rtl="1"/>
            <a:r>
              <a:rPr lang="en-US" sz="1400" b="1" dirty="0">
                <a:solidFill>
                  <a:schemeClr val="bg2"/>
                </a:solidFill>
                <a:cs typeface="+mn-cs"/>
              </a:rPr>
              <a:t> -Low Strength</a:t>
            </a:r>
            <a:r>
              <a:rPr lang="en-US" sz="1400" dirty="0">
                <a:solidFill>
                  <a:schemeClr val="bg2"/>
                </a:solidFill>
                <a:cs typeface="+mn-cs"/>
              </a:rPr>
              <a:t> </a:t>
            </a:r>
            <a:r>
              <a:rPr lang="he-IL" sz="1400" dirty="0">
                <a:solidFill>
                  <a:schemeClr val="bg2"/>
                </a:solidFill>
                <a:cs typeface="+mn-cs"/>
              </a:rPr>
              <a:t>ליצירת זיופים עדינים וריאליסטיים.</a:t>
            </a:r>
          </a:p>
          <a:p>
            <a:pPr algn="r" rtl="1"/>
            <a:r>
              <a:rPr lang="en-US" sz="1400" b="1" dirty="0">
                <a:solidFill>
                  <a:schemeClr val="bg2"/>
                </a:solidFill>
                <a:cs typeface="+mn-cs"/>
              </a:rPr>
              <a:t>High Strength + Specific Prompts</a:t>
            </a:r>
            <a:r>
              <a:rPr lang="en-US" sz="1400" dirty="0">
                <a:solidFill>
                  <a:schemeClr val="bg2"/>
                </a:solidFill>
                <a:cs typeface="+mn-cs"/>
              </a:rPr>
              <a:t> </a:t>
            </a:r>
            <a:r>
              <a:rPr lang="he-IL" sz="1400" dirty="0">
                <a:solidFill>
                  <a:schemeClr val="bg2"/>
                </a:solidFill>
                <a:cs typeface="+mn-cs"/>
              </a:rPr>
              <a:t>- ליצירת זיופים אגרסיביים עם טעויות כתיב מכוונות</a:t>
            </a:r>
          </a:p>
          <a:p>
            <a:pPr marL="0" indent="0" algn="r" rtl="1">
              <a:spcAft>
                <a:spcPts val="500"/>
              </a:spcAft>
              <a:buFont typeface="IBM Plex Sans Light"/>
              <a:buNone/>
            </a:pPr>
            <a:endParaRPr lang="he-IL" sz="1400" dirty="0">
              <a:solidFill>
                <a:schemeClr val="bg2"/>
              </a:solidFill>
              <a:cs typeface="+mn-cs"/>
            </a:endParaRPr>
          </a:p>
        </p:txBody>
      </p:sp>
      <p:sp>
        <p:nvSpPr>
          <p:cNvPr id="18" name="אליפסה 17">
            <a:extLst>
              <a:ext uri="{FF2B5EF4-FFF2-40B4-BE49-F238E27FC236}">
                <a16:creationId xmlns:a16="http://schemas.microsoft.com/office/drawing/2014/main" id="{0CC5798C-08F1-93B0-13EE-3016388FC15F}"/>
              </a:ext>
            </a:extLst>
          </p:cNvPr>
          <p:cNvSpPr/>
          <p:nvPr/>
        </p:nvSpPr>
        <p:spPr>
          <a:xfrm>
            <a:off x="7434503" y="1345747"/>
            <a:ext cx="481693" cy="468271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1</a:t>
            </a:r>
          </a:p>
        </p:txBody>
      </p:sp>
      <p:sp>
        <p:nvSpPr>
          <p:cNvPr id="20" name="אליפסה 19">
            <a:extLst>
              <a:ext uri="{FF2B5EF4-FFF2-40B4-BE49-F238E27FC236}">
                <a16:creationId xmlns:a16="http://schemas.microsoft.com/office/drawing/2014/main" id="{7E4554CC-BA91-23B6-D4AD-969D330342B0}"/>
              </a:ext>
            </a:extLst>
          </p:cNvPr>
          <p:cNvSpPr/>
          <p:nvPr/>
        </p:nvSpPr>
        <p:spPr>
          <a:xfrm>
            <a:off x="4696744" y="1310373"/>
            <a:ext cx="481693" cy="468271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2</a:t>
            </a:r>
          </a:p>
        </p:txBody>
      </p:sp>
      <p:sp>
        <p:nvSpPr>
          <p:cNvPr id="21" name="אליפסה 20">
            <a:extLst>
              <a:ext uri="{FF2B5EF4-FFF2-40B4-BE49-F238E27FC236}">
                <a16:creationId xmlns:a16="http://schemas.microsoft.com/office/drawing/2014/main" id="{B1A1685E-8902-F74B-5FE1-43BCF3AA8124}"/>
              </a:ext>
            </a:extLst>
          </p:cNvPr>
          <p:cNvSpPr/>
          <p:nvPr/>
        </p:nvSpPr>
        <p:spPr>
          <a:xfrm>
            <a:off x="1569817" y="1318537"/>
            <a:ext cx="481693" cy="468271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1401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מלבן: פינות אלכסוניות מעוגלות 38">
            <a:extLst>
              <a:ext uri="{FF2B5EF4-FFF2-40B4-BE49-F238E27FC236}">
                <a16:creationId xmlns:a16="http://schemas.microsoft.com/office/drawing/2014/main" id="{0DD5AB0F-E783-50E9-C6EB-D6CAE9AD5DE9}"/>
              </a:ext>
            </a:extLst>
          </p:cNvPr>
          <p:cNvSpPr/>
          <p:nvPr/>
        </p:nvSpPr>
        <p:spPr>
          <a:xfrm>
            <a:off x="3233097" y="2869851"/>
            <a:ext cx="2574005" cy="1400070"/>
          </a:xfrm>
          <a:prstGeom prst="round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5" name="Google Shape;385;p43">
            <a:extLst>
              <a:ext uri="{FF2B5EF4-FFF2-40B4-BE49-F238E27FC236}">
                <a16:creationId xmlns:a16="http://schemas.microsoft.com/office/drawing/2014/main" id="{9EA38C72-F475-24AA-FC6A-F8D7B04FADA8}"/>
              </a:ext>
            </a:extLst>
          </p:cNvPr>
          <p:cNvSpPr/>
          <p:nvPr/>
        </p:nvSpPr>
        <p:spPr>
          <a:xfrm>
            <a:off x="3455740" y="408349"/>
            <a:ext cx="2209763" cy="187425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4" name="מלבן: פינות אלכסוניות מעוגלות 33">
            <a:extLst>
              <a:ext uri="{FF2B5EF4-FFF2-40B4-BE49-F238E27FC236}">
                <a16:creationId xmlns:a16="http://schemas.microsoft.com/office/drawing/2014/main" id="{DB2CAF44-C7D7-8824-9008-3762C7F42A14}"/>
              </a:ext>
            </a:extLst>
          </p:cNvPr>
          <p:cNvSpPr/>
          <p:nvPr/>
        </p:nvSpPr>
        <p:spPr>
          <a:xfrm>
            <a:off x="326562" y="2869851"/>
            <a:ext cx="2574005" cy="1400070"/>
          </a:xfrm>
          <a:prstGeom prst="round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2" name="Google Shape;385;p43">
            <a:extLst>
              <a:ext uri="{FF2B5EF4-FFF2-40B4-BE49-F238E27FC236}">
                <a16:creationId xmlns:a16="http://schemas.microsoft.com/office/drawing/2014/main" id="{174D7AF7-C1FE-323C-A57E-65A8E96FC1A1}"/>
              </a:ext>
            </a:extLst>
          </p:cNvPr>
          <p:cNvSpPr/>
          <p:nvPr/>
        </p:nvSpPr>
        <p:spPr>
          <a:xfrm>
            <a:off x="690804" y="408349"/>
            <a:ext cx="2209763" cy="187425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540" name="Google Shape;540;p48"/>
          <p:cNvSpPr txBox="1">
            <a:spLocks noGrp="1"/>
          </p:cNvSpPr>
          <p:nvPr>
            <p:ph type="title"/>
          </p:nvPr>
        </p:nvSpPr>
        <p:spPr>
          <a:xfrm>
            <a:off x="6108715" y="424678"/>
            <a:ext cx="2692385" cy="10493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6050" b="1" dirty="0">
                <a:latin typeface="Arial"/>
                <a:ea typeface="Arial"/>
                <a:cs typeface="Arial"/>
                <a:sym typeface="Arial"/>
              </a:rPr>
              <a:t>תוצאות</a:t>
            </a:r>
            <a:endParaRPr sz="605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31;p47">
            <a:extLst>
              <a:ext uri="{FF2B5EF4-FFF2-40B4-BE49-F238E27FC236}">
                <a16:creationId xmlns:a16="http://schemas.microsoft.com/office/drawing/2014/main" id="{97CB801D-8E01-0BC4-7616-A627E49322E4}"/>
              </a:ext>
            </a:extLst>
          </p:cNvPr>
          <p:cNvSpPr/>
          <p:nvPr/>
        </p:nvSpPr>
        <p:spPr>
          <a:xfrm>
            <a:off x="8498550" y="4678000"/>
            <a:ext cx="605100" cy="35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pic>
        <p:nvPicPr>
          <p:cNvPr id="17" name="תמונה 16" descr="תמונה שמכילה טקסט, עלילה, קו, תרשי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9F3BD1E-0EF4-766B-D0A6-18C5DB6582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276"/>
          <a:stretch>
            <a:fillRect/>
          </a:stretch>
        </p:blipFill>
        <p:spPr>
          <a:xfrm>
            <a:off x="449031" y="522514"/>
            <a:ext cx="2285997" cy="20943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7" name="תיבת טקסט 26">
            <a:extLst>
              <a:ext uri="{FF2B5EF4-FFF2-40B4-BE49-F238E27FC236}">
                <a16:creationId xmlns:a16="http://schemas.microsoft.com/office/drawing/2014/main" id="{ED19241A-4019-6DAD-F143-F0D8DA9D5F4B}"/>
              </a:ext>
            </a:extLst>
          </p:cNvPr>
          <p:cNvSpPr txBox="1"/>
          <p:nvPr/>
        </p:nvSpPr>
        <p:spPr>
          <a:xfrm>
            <a:off x="268956" y="2945511"/>
            <a:ext cx="2631611" cy="12464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1500" dirty="0"/>
              <a:t>ניתן לראות ששני הקווים, </a:t>
            </a:r>
          </a:p>
          <a:p>
            <a:pPr algn="r" rtl="1"/>
            <a:r>
              <a:rPr lang="he-IL" sz="1500" dirty="0"/>
              <a:t>הכחול (אימון) והאדום (ולידציה), עולים יחד ומתייצבים על כ-99%.</a:t>
            </a:r>
          </a:p>
          <a:p>
            <a:pPr algn="r" rtl="1"/>
            <a:r>
              <a:rPr lang="he-IL" sz="1500" dirty="0"/>
              <a:t>זה מראה שהמודל משתפר ככל שהוא רואה יותר דוגמאות.</a:t>
            </a:r>
          </a:p>
        </p:txBody>
      </p:sp>
      <p:pic>
        <p:nvPicPr>
          <p:cNvPr id="29" name="תמונה 28" descr="תמונה שמכילה טקסט, עלילה, קו, תרשי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523F6B2-AA7D-E041-EA80-193268812B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276" t="-1" b="539"/>
          <a:stretch>
            <a:fillRect/>
          </a:stretch>
        </p:blipFill>
        <p:spPr>
          <a:xfrm>
            <a:off x="3248471" y="522514"/>
            <a:ext cx="2243001" cy="20943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8" name="תיבת טקסט 37">
            <a:extLst>
              <a:ext uri="{FF2B5EF4-FFF2-40B4-BE49-F238E27FC236}">
                <a16:creationId xmlns:a16="http://schemas.microsoft.com/office/drawing/2014/main" id="{5D639E87-D8ED-5EF8-4FAB-3DCF247DC518}"/>
              </a:ext>
            </a:extLst>
          </p:cNvPr>
          <p:cNvSpPr txBox="1"/>
          <p:nvPr/>
        </p:nvSpPr>
        <p:spPr>
          <a:xfrm>
            <a:off x="3200903" y="2945511"/>
            <a:ext cx="2468335" cy="12464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1500" dirty="0"/>
              <a:t>ניתן לראות את רמת הטעות של המודל. </a:t>
            </a:r>
          </a:p>
          <a:p>
            <a:pPr algn="r" rtl="1"/>
            <a:r>
              <a:rPr lang="he-IL" sz="1500" dirty="0"/>
              <a:t>הגרף יורד בצורה עקבית, מה שאומר שהמודל מצמצם את השגיאות שלו.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>
          <a:extLst>
            <a:ext uri="{FF2B5EF4-FFF2-40B4-BE49-F238E27FC236}">
              <a16:creationId xmlns:a16="http://schemas.microsoft.com/office/drawing/2014/main" id="{8A628744-6C93-836C-981B-AE481829E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מלבן: פינות אלכסוניות מעוגלות 38">
            <a:extLst>
              <a:ext uri="{FF2B5EF4-FFF2-40B4-BE49-F238E27FC236}">
                <a16:creationId xmlns:a16="http://schemas.microsoft.com/office/drawing/2014/main" id="{EC971AF7-0E82-34A2-5AA4-3B1CE4D2258C}"/>
              </a:ext>
            </a:extLst>
          </p:cNvPr>
          <p:cNvSpPr/>
          <p:nvPr/>
        </p:nvSpPr>
        <p:spPr>
          <a:xfrm>
            <a:off x="3615278" y="3272253"/>
            <a:ext cx="3020098" cy="1462897"/>
          </a:xfrm>
          <a:prstGeom prst="round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35" name="Google Shape;385;p43">
            <a:extLst>
              <a:ext uri="{FF2B5EF4-FFF2-40B4-BE49-F238E27FC236}">
                <a16:creationId xmlns:a16="http://schemas.microsoft.com/office/drawing/2014/main" id="{2865EDBF-8876-2119-9D3F-9CBB35036984}"/>
              </a:ext>
            </a:extLst>
          </p:cNvPr>
          <p:cNvSpPr/>
          <p:nvPr/>
        </p:nvSpPr>
        <p:spPr>
          <a:xfrm>
            <a:off x="3963741" y="416816"/>
            <a:ext cx="2574005" cy="204698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4" name="מלבן: פינות אלכסוניות מעוגלות 33">
            <a:extLst>
              <a:ext uri="{FF2B5EF4-FFF2-40B4-BE49-F238E27FC236}">
                <a16:creationId xmlns:a16="http://schemas.microsoft.com/office/drawing/2014/main" id="{A5BC737D-4580-4987-8167-B9ED6F15D9AE}"/>
              </a:ext>
            </a:extLst>
          </p:cNvPr>
          <p:cNvSpPr/>
          <p:nvPr/>
        </p:nvSpPr>
        <p:spPr>
          <a:xfrm>
            <a:off x="349584" y="3272253"/>
            <a:ext cx="2806105" cy="1462898"/>
          </a:xfrm>
          <a:prstGeom prst="round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2" name="Google Shape;385;p43">
            <a:extLst>
              <a:ext uri="{FF2B5EF4-FFF2-40B4-BE49-F238E27FC236}">
                <a16:creationId xmlns:a16="http://schemas.microsoft.com/office/drawing/2014/main" id="{C96603D6-1B6C-C076-FB02-6C7F400BB86E}"/>
              </a:ext>
            </a:extLst>
          </p:cNvPr>
          <p:cNvSpPr/>
          <p:nvPr/>
        </p:nvSpPr>
        <p:spPr>
          <a:xfrm>
            <a:off x="690804" y="408349"/>
            <a:ext cx="2409019" cy="223330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540" name="Google Shape;540;p48">
            <a:extLst>
              <a:ext uri="{FF2B5EF4-FFF2-40B4-BE49-F238E27FC236}">
                <a16:creationId xmlns:a16="http://schemas.microsoft.com/office/drawing/2014/main" id="{846E9A2D-36DF-852D-0C58-66CA475898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11265" y="305328"/>
            <a:ext cx="2692385" cy="10493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6050" b="1" dirty="0">
                <a:latin typeface="Arial"/>
                <a:ea typeface="Arial"/>
                <a:cs typeface="Arial"/>
                <a:sym typeface="Arial"/>
              </a:rPr>
              <a:t>תוצאות</a:t>
            </a:r>
            <a:endParaRPr sz="605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31;p47">
            <a:extLst>
              <a:ext uri="{FF2B5EF4-FFF2-40B4-BE49-F238E27FC236}">
                <a16:creationId xmlns:a16="http://schemas.microsoft.com/office/drawing/2014/main" id="{FC178597-C939-01E7-F164-5316896EF7BB}"/>
              </a:ext>
            </a:extLst>
          </p:cNvPr>
          <p:cNvSpPr/>
          <p:nvPr/>
        </p:nvSpPr>
        <p:spPr>
          <a:xfrm>
            <a:off x="8498550" y="4678000"/>
            <a:ext cx="605100" cy="35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pic>
        <p:nvPicPr>
          <p:cNvPr id="20" name="תמונה 19" descr="תמונה שמכילה טקסט, צילום מסך, תרשים, מלב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3D0352E-7DD3-CBE1-7CAB-36281045D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4" y="540610"/>
            <a:ext cx="2741925" cy="25120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7" name="תיבת טקסט 26">
            <a:extLst>
              <a:ext uri="{FF2B5EF4-FFF2-40B4-BE49-F238E27FC236}">
                <a16:creationId xmlns:a16="http://schemas.microsoft.com/office/drawing/2014/main" id="{0862A108-E639-37BB-9C88-1D67B2EC3166}"/>
              </a:ext>
            </a:extLst>
          </p:cNvPr>
          <p:cNvSpPr txBox="1"/>
          <p:nvPr/>
        </p:nvSpPr>
        <p:spPr>
          <a:xfrm>
            <a:off x="273319" y="3395023"/>
            <a:ext cx="2762108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1500" dirty="0"/>
              <a:t>המודל זיהה נכון 469 זיופים</a:t>
            </a:r>
          </a:p>
          <a:p>
            <a:pPr algn="r" rtl="1"/>
            <a:r>
              <a:rPr lang="he-IL" sz="1500" dirty="0"/>
              <a:t>ו-263 נעליים אמיתיות</a:t>
            </a:r>
          </a:p>
          <a:p>
            <a:pPr algn="r" rtl="1"/>
            <a:r>
              <a:rPr lang="he-IL" sz="1500" dirty="0"/>
              <a:t>היו למודל רק 4 טעויות מתוך 736 בדיקות! </a:t>
            </a:r>
          </a:p>
        </p:txBody>
      </p:sp>
      <p:pic>
        <p:nvPicPr>
          <p:cNvPr id="7" name="תמונה 6" descr="תמונה שמכילה טקסט, צילום מסך, עיגול, תרשי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010E1F8-DCD5-8633-0AA2-CFF76F90B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5278" y="540609"/>
            <a:ext cx="2800383" cy="25120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35CA7175-1098-B393-6C50-22BDC80FCAA4}"/>
              </a:ext>
            </a:extLst>
          </p:cNvPr>
          <p:cNvSpPr txBox="1"/>
          <p:nvPr/>
        </p:nvSpPr>
        <p:spPr>
          <a:xfrm>
            <a:off x="3581407" y="3361155"/>
            <a:ext cx="3020098" cy="12464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1500" dirty="0"/>
              <a:t>הזיופים חולקו ל-60% בסיסיים ו-40% רמה גבוהה. חלוקה זו הבטיחה שהמודל לא רק יזהה עיוותים ברורים, אלא ילמד להבחין גם בשינויים הקלים והפוטו-ריאליסטיים ביותר.</a:t>
            </a:r>
          </a:p>
        </p:txBody>
      </p:sp>
    </p:spTree>
    <p:extLst>
      <p:ext uri="{BB962C8B-B14F-4D97-AF65-F5344CB8AC3E}">
        <p14:creationId xmlns:p14="http://schemas.microsoft.com/office/powerpoint/2010/main" val="1157111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9"/>
          <p:cNvSpPr txBox="1">
            <a:spLocks noGrp="1"/>
          </p:cNvSpPr>
          <p:nvPr>
            <p:ph type="title"/>
          </p:nvPr>
        </p:nvSpPr>
        <p:spPr>
          <a:xfrm>
            <a:off x="342900" y="457200"/>
            <a:ext cx="8343900" cy="14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5550" b="1" dirty="0">
                <a:latin typeface="Arial"/>
                <a:ea typeface="Arial"/>
                <a:cs typeface="Arial"/>
                <a:sym typeface="Arial"/>
              </a:rPr>
              <a:t>מסקנות</a:t>
            </a:r>
            <a:endParaRPr sz="4400" b="1" dirty="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619" name="Google Shape;619;p49"/>
          <p:cNvGrpSpPr/>
          <p:nvPr/>
        </p:nvGrpSpPr>
        <p:grpSpPr>
          <a:xfrm>
            <a:off x="342899" y="1402873"/>
            <a:ext cx="8284728" cy="454034"/>
            <a:chOff x="342977" y="460693"/>
            <a:chExt cx="5825700" cy="319270"/>
          </a:xfrm>
        </p:grpSpPr>
        <p:cxnSp>
          <p:nvCxnSpPr>
            <p:cNvPr id="620" name="Google Shape;620;p49"/>
            <p:cNvCxnSpPr/>
            <p:nvPr/>
          </p:nvCxnSpPr>
          <p:spPr>
            <a:xfrm>
              <a:off x="342977" y="460693"/>
              <a:ext cx="582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21" name="Google Shape;621;p49"/>
            <p:cNvSpPr/>
            <p:nvPr/>
          </p:nvSpPr>
          <p:spPr>
            <a:xfrm>
              <a:off x="453727" y="647063"/>
              <a:ext cx="132900" cy="13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30025" tIns="130025" rIns="130025" bIns="1300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90"/>
            </a:p>
          </p:txBody>
        </p:sp>
      </p:grpSp>
      <p:sp>
        <p:nvSpPr>
          <p:cNvPr id="622" name="Google Shape;622;p49"/>
          <p:cNvSpPr txBox="1"/>
          <p:nvPr/>
        </p:nvSpPr>
        <p:spPr>
          <a:xfrm>
            <a:off x="457200" y="1426100"/>
            <a:ext cx="8170500" cy="20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</a:rPr>
              <a:t>השגת מטרה?</a:t>
            </a:r>
            <a:r>
              <a:rPr lang="he-IL" sz="2400" b="1" dirty="0">
                <a:solidFill>
                  <a:schemeClr val="accent1"/>
                </a:solidFill>
              </a:rPr>
              <a:t> </a:t>
            </a:r>
            <a:r>
              <a:rPr lang="en" sz="2400" b="1" dirty="0">
                <a:solidFill>
                  <a:schemeClr val="accent1"/>
                </a:solidFill>
              </a:rPr>
              <a:t>כן</a:t>
            </a:r>
            <a:endParaRPr sz="2400" b="1" dirty="0">
              <a:solidFill>
                <a:schemeClr val="accent1"/>
              </a:solidFill>
            </a:endParaRPr>
          </a:p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/>
              <a:t>המודל הצליח לזהות זיופים סינתטים ואמתיים בצורה עקבי</a:t>
            </a:r>
            <a:r>
              <a:rPr lang="he-IL" sz="1500" dirty="0"/>
              <a:t>ת, </a:t>
            </a:r>
            <a:r>
              <a:rPr lang="en" sz="1500" dirty="0"/>
              <a:t>מה שמוכיח שדאטה סינתטי הוא תחליף שיש מחסור במידע.</a:t>
            </a:r>
            <a:endParaRPr sz="1500" dirty="0"/>
          </a:p>
          <a:p>
            <a:pPr marL="571500" marR="1270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</a:endParaRPr>
          </a:p>
        </p:txBody>
      </p:sp>
      <p:grpSp>
        <p:nvGrpSpPr>
          <p:cNvPr id="623" name="Google Shape;623;p49"/>
          <p:cNvGrpSpPr/>
          <p:nvPr/>
        </p:nvGrpSpPr>
        <p:grpSpPr>
          <a:xfrm>
            <a:off x="495299" y="2778077"/>
            <a:ext cx="8284728" cy="454034"/>
            <a:chOff x="342977" y="460693"/>
            <a:chExt cx="5825700" cy="319270"/>
          </a:xfrm>
        </p:grpSpPr>
        <p:cxnSp>
          <p:nvCxnSpPr>
            <p:cNvPr id="624" name="Google Shape;624;p49"/>
            <p:cNvCxnSpPr/>
            <p:nvPr/>
          </p:nvCxnSpPr>
          <p:spPr>
            <a:xfrm>
              <a:off x="342977" y="460693"/>
              <a:ext cx="582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25" name="Google Shape;625;p49"/>
            <p:cNvSpPr/>
            <p:nvPr/>
          </p:nvSpPr>
          <p:spPr>
            <a:xfrm>
              <a:off x="453727" y="647063"/>
              <a:ext cx="132900" cy="13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30025" tIns="130025" rIns="130025" bIns="1300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90"/>
            </a:p>
          </p:txBody>
        </p:sp>
      </p:grpSp>
      <p:sp>
        <p:nvSpPr>
          <p:cNvPr id="626" name="Google Shape;626;p49"/>
          <p:cNvSpPr txBox="1"/>
          <p:nvPr/>
        </p:nvSpPr>
        <p:spPr>
          <a:xfrm>
            <a:off x="552425" y="2968777"/>
            <a:ext cx="8170500" cy="15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</a:rPr>
              <a:t>לקחים שלמדנו:</a:t>
            </a:r>
            <a:endParaRPr lang="he-IL" sz="2400" b="1" dirty="0">
              <a:solidFill>
                <a:schemeClr val="dk1"/>
              </a:solidFill>
            </a:endParaRPr>
          </a:p>
          <a:p>
            <a:pPr marL="457200" lvl="0" indent="-3238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u="sng" dirty="0">
                <a:solidFill>
                  <a:schemeClr val="dk1"/>
                </a:solidFill>
              </a:rPr>
              <a:t>איזוןFine-tuning </a:t>
            </a:r>
            <a:r>
              <a:rPr lang="he-IL" sz="1500" dirty="0"/>
              <a:t>: כיוונון ה</a:t>
            </a:r>
            <a:r>
              <a:rPr lang="en-US" sz="1500" dirty="0"/>
              <a:t>strength-</a:t>
            </a:r>
            <a:r>
              <a:rPr lang="he-IL" sz="1500" dirty="0"/>
              <a:t> ב-</a:t>
            </a:r>
            <a:r>
              <a:rPr lang="en-US" sz="1500" dirty="0"/>
              <a:t>SDXL</a:t>
            </a:r>
            <a:r>
              <a:rPr lang="he-IL" sz="1500" dirty="0"/>
              <a:t> הוא קריטי, </a:t>
            </a:r>
            <a:r>
              <a:rPr lang="en" sz="1500" dirty="0"/>
              <a:t>ערך גבוה מידי הופך את הלוגו למשהו אחר,</a:t>
            </a:r>
            <a:r>
              <a:rPr lang="he-IL" sz="1500" dirty="0"/>
              <a:t> </a:t>
            </a:r>
            <a:r>
              <a:rPr lang="en" sz="1500" dirty="0"/>
              <a:t>וערך נמוך מידי לא מייצר זיוף מספק.</a:t>
            </a:r>
            <a:endParaRPr sz="1500" dirty="0"/>
          </a:p>
          <a:p>
            <a:pPr marL="457200" lvl="0" indent="-3238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u="sng" dirty="0">
                <a:solidFill>
                  <a:schemeClr val="dk1"/>
                </a:solidFill>
              </a:rPr>
              <a:t>החשיבות שלLoss Weight </a:t>
            </a:r>
            <a:r>
              <a:rPr lang="he-IL" sz="1500" dirty="0"/>
              <a:t>: </a:t>
            </a:r>
            <a:r>
              <a:rPr lang="en" sz="1500" dirty="0"/>
              <a:t>הכרחי שעובדים עם דאטה סינתטי שיוצר חוסר איזון בכמות התמונות.</a:t>
            </a:r>
            <a:endParaRPr sz="1500" dirty="0"/>
          </a:p>
          <a:p>
            <a:pPr marL="0" marR="1270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</a:endParaRPr>
          </a:p>
        </p:txBody>
      </p:sp>
      <p:sp>
        <p:nvSpPr>
          <p:cNvPr id="627" name="Google Shape;627;p49"/>
          <p:cNvSpPr/>
          <p:nvPr/>
        </p:nvSpPr>
        <p:spPr>
          <a:xfrm>
            <a:off x="338325" y="1580050"/>
            <a:ext cx="605100" cy="35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28" name="Google Shape;628;p49"/>
          <p:cNvSpPr/>
          <p:nvPr/>
        </p:nvSpPr>
        <p:spPr>
          <a:xfrm>
            <a:off x="552425" y="2968775"/>
            <a:ext cx="605100" cy="35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29" name="Google Shape;629;p49"/>
          <p:cNvSpPr/>
          <p:nvPr/>
        </p:nvSpPr>
        <p:spPr>
          <a:xfrm>
            <a:off x="8384250" y="4690850"/>
            <a:ext cx="605100" cy="35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posal for New Client">
  <a:themeElements>
    <a:clrScheme name="Simple Light">
      <a:dk1>
        <a:srgbClr val="004A2E"/>
      </a:dk1>
      <a:lt1>
        <a:srgbClr val="F1F1E9"/>
      </a:lt1>
      <a:dk2>
        <a:srgbClr val="00160D"/>
      </a:dk2>
      <a:lt2>
        <a:srgbClr val="26A96C"/>
      </a:lt2>
      <a:accent1>
        <a:srgbClr val="002517"/>
      </a:accent1>
      <a:accent2>
        <a:srgbClr val="1A5C42"/>
      </a:accent2>
      <a:accent3>
        <a:srgbClr val="4C806C"/>
      </a:accent3>
      <a:accent4>
        <a:srgbClr val="CCDAD5"/>
      </a:accent4>
      <a:accent5>
        <a:srgbClr val="EEF7F5"/>
      </a:accent5>
      <a:accent6>
        <a:srgbClr val="FFFFFF"/>
      </a:accent6>
      <a:hlink>
        <a:srgbClr val="26A96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681</Words>
  <Application>Microsoft Office PowerPoint</Application>
  <PresentationFormat>‫הצגה על המסך (16:9)</PresentationFormat>
  <Paragraphs>101</Paragraphs>
  <Slides>10</Slides>
  <Notes>10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7" baseType="lpstr">
      <vt:lpstr>IBM Plex Sans Light</vt:lpstr>
      <vt:lpstr>IBM Plex Sans Medium</vt:lpstr>
      <vt:lpstr>IBM Plex Mono Light</vt:lpstr>
      <vt:lpstr>Arial</vt:lpstr>
      <vt:lpstr>IBM Plex Mono Medium</vt:lpstr>
      <vt:lpstr>IBM Plex Sans</vt:lpstr>
      <vt:lpstr>Proposal for New Client</vt:lpstr>
      <vt:lpstr>REAL            OR FAKE</vt:lpstr>
      <vt:lpstr>Motivating &amp; Project Definition</vt:lpstr>
      <vt:lpstr>סקירת מודלים, נתונים ומדדים</vt:lpstr>
      <vt:lpstr>הישגים וחידושים</vt:lpstr>
      <vt:lpstr>שיטת העבודה</vt:lpstr>
      <vt:lpstr>שיטת העבודה - המשך</vt:lpstr>
      <vt:lpstr>אתגרים בתהליך הלמידה ופתרונות</vt:lpstr>
      <vt:lpstr>תוצאות </vt:lpstr>
      <vt:lpstr>תוצאות </vt:lpstr>
      <vt:lpstr>מסקנות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Amit</dc:creator>
  <cp:lastModifiedBy>Amit Mitzmacher</cp:lastModifiedBy>
  <cp:revision>11</cp:revision>
  <dcterms:modified xsi:type="dcterms:W3CDTF">2026-01-20T18:58:31Z</dcterms:modified>
</cp:coreProperties>
</file>